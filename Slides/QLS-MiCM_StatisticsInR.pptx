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2"/>
  </p:notesMasterIdLst>
  <p:handoutMasterIdLst>
    <p:handoutMasterId r:id="rId43"/>
  </p:handoutMasterIdLst>
  <p:sldIdLst>
    <p:sldId id="482" r:id="rId2"/>
    <p:sldId id="316" r:id="rId3"/>
    <p:sldId id="321" r:id="rId4"/>
    <p:sldId id="338" r:id="rId5"/>
    <p:sldId id="353" r:id="rId6"/>
    <p:sldId id="415" r:id="rId7"/>
    <p:sldId id="446" r:id="rId8"/>
    <p:sldId id="448" r:id="rId9"/>
    <p:sldId id="447" r:id="rId10"/>
    <p:sldId id="454" r:id="rId11"/>
    <p:sldId id="472" r:id="rId12"/>
    <p:sldId id="450" r:id="rId13"/>
    <p:sldId id="455" r:id="rId14"/>
    <p:sldId id="465" r:id="rId15"/>
    <p:sldId id="469" r:id="rId16"/>
    <p:sldId id="467" r:id="rId17"/>
    <p:sldId id="451" r:id="rId18"/>
    <p:sldId id="457" r:id="rId19"/>
    <p:sldId id="474" r:id="rId20"/>
    <p:sldId id="483" r:id="rId21"/>
    <p:sldId id="452" r:id="rId22"/>
    <p:sldId id="460" r:id="rId23"/>
    <p:sldId id="476" r:id="rId24"/>
    <p:sldId id="459" r:id="rId25"/>
    <p:sldId id="456" r:id="rId26"/>
    <p:sldId id="462" r:id="rId27"/>
    <p:sldId id="464" r:id="rId28"/>
    <p:sldId id="479" r:id="rId29"/>
    <p:sldId id="463" r:id="rId30"/>
    <p:sldId id="477" r:id="rId31"/>
    <p:sldId id="471" r:id="rId32"/>
    <p:sldId id="475" r:id="rId33"/>
    <p:sldId id="453" r:id="rId34"/>
    <p:sldId id="480" r:id="rId35"/>
    <p:sldId id="458" r:id="rId36"/>
    <p:sldId id="481" r:id="rId37"/>
    <p:sldId id="473" r:id="rId38"/>
    <p:sldId id="354" r:id="rId39"/>
    <p:sldId id="468" r:id="rId40"/>
    <p:sldId id="318" r:id="rId41"/>
  </p:sldIdLst>
  <p:sldSz cx="9144000" cy="6858000" type="screen4x3"/>
  <p:notesSz cx="6858000" cy="9144000"/>
  <p:defaultTextStyle>
    <a:defPPr>
      <a:defRPr lang="fr-FR"/>
    </a:defPPr>
    <a:lvl1pPr marL="0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1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2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341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45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56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679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794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6907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A89E"/>
    <a:srgbClr val="72B0AF"/>
    <a:srgbClr val="69B0A0"/>
    <a:srgbClr val="58B6C0"/>
    <a:srgbClr val="3494BA"/>
    <a:srgbClr val="FF9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A007D3-4E97-4B75-95D0-8B1C64C79F43}" v="7" dt="2025-07-13T15:58:18.6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90" autoAdjust="0"/>
    <p:restoredTop sz="94744" autoAdjust="0"/>
  </p:normalViewPr>
  <p:slideViewPr>
    <p:cSldViewPr snapToGrid="0">
      <p:cViewPr varScale="1">
        <p:scale>
          <a:sx n="119" d="100"/>
          <a:sy n="119" d="100"/>
        </p:scale>
        <p:origin x="1808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87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en Osakwe" userId="7a3e290c-eb83-484b-8e3d-d46ef2333477" providerId="ADAL" clId="{68D50CE0-6F29-49CE-9181-508326FA075A}"/>
    <pc:docChg chg="undo redo custSel addSld delSld modSld sldOrd modMainMaster">
      <pc:chgData name="Adrien Osakwe" userId="7a3e290c-eb83-484b-8e3d-d46ef2333477" providerId="ADAL" clId="{68D50CE0-6F29-49CE-9181-508326FA075A}" dt="2024-11-18T20:33:31.319" v="11710" actId="20577"/>
      <pc:docMkLst>
        <pc:docMk/>
      </pc:docMkLst>
      <pc:sldChg chg="modSp mod">
        <pc:chgData name="Adrien Osakwe" userId="7a3e290c-eb83-484b-8e3d-d46ef2333477" providerId="ADAL" clId="{68D50CE0-6F29-49CE-9181-508326FA075A}" dt="2024-11-17T02:08:52.677" v="4019" actId="1076"/>
        <pc:sldMkLst>
          <pc:docMk/>
          <pc:sldMk cId="2389275097" sldId="316"/>
        </pc:sldMkLst>
      </pc:sldChg>
      <pc:sldChg chg="addSp modSp mod">
        <pc:chgData name="Adrien Osakwe" userId="7a3e290c-eb83-484b-8e3d-d46ef2333477" providerId="ADAL" clId="{68D50CE0-6F29-49CE-9181-508326FA075A}" dt="2024-11-11T18:24:00.226" v="407" actId="1076"/>
        <pc:sldMkLst>
          <pc:docMk/>
          <pc:sldMk cId="25426801" sldId="318"/>
        </pc:sldMkLst>
      </pc:sldChg>
      <pc:sldChg chg="modSp mod">
        <pc:chgData name="Adrien Osakwe" userId="7a3e290c-eb83-484b-8e3d-d46ef2333477" providerId="ADAL" clId="{68D50CE0-6F29-49CE-9181-508326FA075A}" dt="2024-11-17T02:09:12.118" v="4020" actId="1076"/>
        <pc:sldMkLst>
          <pc:docMk/>
          <pc:sldMk cId="1324269546" sldId="321"/>
        </pc:sldMkLst>
      </pc:sldChg>
      <pc:sldChg chg="addSp modSp mod">
        <pc:chgData name="Adrien Osakwe" userId="7a3e290c-eb83-484b-8e3d-d46ef2333477" providerId="ADAL" clId="{68D50CE0-6F29-49CE-9181-508326FA075A}" dt="2024-11-17T02:54:38.301" v="5132" actId="1076"/>
        <pc:sldMkLst>
          <pc:docMk/>
          <pc:sldMk cId="3301951615" sldId="338"/>
        </pc:sldMkLst>
      </pc:sldChg>
      <pc:sldChg chg="addSp modSp mod">
        <pc:chgData name="Adrien Osakwe" userId="7a3e290c-eb83-484b-8e3d-d46ef2333477" providerId="ADAL" clId="{68D50CE0-6F29-49CE-9181-508326FA075A}" dt="2024-11-17T22:44:24.210" v="11530" actId="27636"/>
        <pc:sldMkLst>
          <pc:docMk/>
          <pc:sldMk cId="742620507" sldId="353"/>
        </pc:sldMkLst>
      </pc:sldChg>
      <pc:sldChg chg="addSp delSp modSp mod">
        <pc:chgData name="Adrien Osakwe" userId="7a3e290c-eb83-484b-8e3d-d46ef2333477" providerId="ADAL" clId="{68D50CE0-6F29-49CE-9181-508326FA075A}" dt="2024-11-17T21:50:11.924" v="11518" actId="20577"/>
        <pc:sldMkLst>
          <pc:docMk/>
          <pc:sldMk cId="130104463" sldId="354"/>
        </pc:sldMkLst>
      </pc:sldChg>
      <pc:sldChg chg="modSp add mod">
        <pc:chgData name="Adrien Osakwe" userId="7a3e290c-eb83-484b-8e3d-d46ef2333477" providerId="ADAL" clId="{68D50CE0-6F29-49CE-9181-508326FA075A}" dt="2024-11-17T01:26:18.490" v="3409" actId="207"/>
        <pc:sldMkLst>
          <pc:docMk/>
          <pc:sldMk cId="1189678410" sldId="415"/>
        </pc:sldMkLst>
      </pc:sldChg>
      <pc:sldChg chg="add del">
        <pc:chgData name="Adrien Osakwe" userId="7a3e290c-eb83-484b-8e3d-d46ef2333477" providerId="ADAL" clId="{68D50CE0-6F29-49CE-9181-508326FA075A}" dt="2024-11-11T18:23:01.598" v="399" actId="2696"/>
        <pc:sldMkLst>
          <pc:docMk/>
          <pc:sldMk cId="250423083" sldId="446"/>
        </pc:sldMkLst>
      </pc:sldChg>
      <pc:sldChg chg="add">
        <pc:chgData name="Adrien Osakwe" userId="7a3e290c-eb83-484b-8e3d-d46ef2333477" providerId="ADAL" clId="{68D50CE0-6F29-49CE-9181-508326FA075A}" dt="2024-11-11T18:23:05.839" v="400"/>
        <pc:sldMkLst>
          <pc:docMk/>
          <pc:sldMk cId="2507607343" sldId="446"/>
        </pc:sldMkLst>
      </pc:sldChg>
      <pc:sldChg chg="add del">
        <pc:chgData name="Adrien Osakwe" userId="7a3e290c-eb83-484b-8e3d-d46ef2333477" providerId="ADAL" clId="{68D50CE0-6F29-49CE-9181-508326FA075A}" dt="2024-11-11T18:23:01.598" v="399" actId="2696"/>
        <pc:sldMkLst>
          <pc:docMk/>
          <pc:sldMk cId="241318341" sldId="447"/>
        </pc:sldMkLst>
      </pc:sldChg>
      <pc:sldChg chg="modSp add mod">
        <pc:chgData name="Adrien Osakwe" userId="7a3e290c-eb83-484b-8e3d-d46ef2333477" providerId="ADAL" clId="{68D50CE0-6F29-49CE-9181-508326FA075A}" dt="2024-11-17T01:41:49.814" v="3979" actId="1076"/>
        <pc:sldMkLst>
          <pc:docMk/>
          <pc:sldMk cId="578451499" sldId="447"/>
        </pc:sldMkLst>
      </pc:sldChg>
      <pc:sldChg chg="addSp delSp modSp add mod">
        <pc:chgData name="Adrien Osakwe" userId="7a3e290c-eb83-484b-8e3d-d46ef2333477" providerId="ADAL" clId="{68D50CE0-6F29-49CE-9181-508326FA075A}" dt="2024-11-17T01:42:01.616" v="3980"/>
        <pc:sldMkLst>
          <pc:docMk/>
          <pc:sldMk cId="1842660871" sldId="448"/>
        </pc:sldMkLst>
      </pc:sldChg>
      <pc:sldChg chg="add del">
        <pc:chgData name="Adrien Osakwe" userId="7a3e290c-eb83-484b-8e3d-d46ef2333477" providerId="ADAL" clId="{68D50CE0-6F29-49CE-9181-508326FA075A}" dt="2024-11-11T18:23:01.598" v="399" actId="2696"/>
        <pc:sldMkLst>
          <pc:docMk/>
          <pc:sldMk cId="3470290159" sldId="448"/>
        </pc:sldMkLst>
      </pc:sldChg>
      <pc:sldChg chg="add del">
        <pc:chgData name="Adrien Osakwe" userId="7a3e290c-eb83-484b-8e3d-d46ef2333477" providerId="ADAL" clId="{68D50CE0-6F29-49CE-9181-508326FA075A}" dt="2024-11-11T18:23:18.842" v="402" actId="47"/>
        <pc:sldMkLst>
          <pc:docMk/>
          <pc:sldMk cId="4269158014" sldId="449"/>
        </pc:sldMkLst>
      </pc:sldChg>
      <pc:sldChg chg="modSp add mod">
        <pc:chgData name="Adrien Osakwe" userId="7a3e290c-eb83-484b-8e3d-d46ef2333477" providerId="ADAL" clId="{68D50CE0-6F29-49CE-9181-508326FA075A}" dt="2024-11-17T14:18:25.710" v="5337" actId="207"/>
        <pc:sldMkLst>
          <pc:docMk/>
          <pc:sldMk cId="37015343" sldId="450"/>
        </pc:sldMkLst>
      </pc:sldChg>
      <pc:sldChg chg="modSp add mod">
        <pc:chgData name="Adrien Osakwe" userId="7a3e290c-eb83-484b-8e3d-d46ef2333477" providerId="ADAL" clId="{68D50CE0-6F29-49CE-9181-508326FA075A}" dt="2024-11-17T14:59:45.412" v="8327" actId="207"/>
        <pc:sldMkLst>
          <pc:docMk/>
          <pc:sldMk cId="3783639537" sldId="451"/>
        </pc:sldMkLst>
      </pc:sldChg>
      <pc:sldChg chg="modSp add mod ord">
        <pc:chgData name="Adrien Osakwe" userId="7a3e290c-eb83-484b-8e3d-d46ef2333477" providerId="ADAL" clId="{68D50CE0-6F29-49CE-9181-508326FA075A}" dt="2024-11-17T22:44:00.823" v="11520"/>
        <pc:sldMkLst>
          <pc:docMk/>
          <pc:sldMk cId="3199238167" sldId="452"/>
        </pc:sldMkLst>
      </pc:sldChg>
      <pc:sldChg chg="modSp add mod">
        <pc:chgData name="Adrien Osakwe" userId="7a3e290c-eb83-484b-8e3d-d46ef2333477" providerId="ADAL" clId="{68D50CE0-6F29-49CE-9181-508326FA075A}" dt="2024-11-17T18:10:19.084" v="10521" actId="20577"/>
        <pc:sldMkLst>
          <pc:docMk/>
          <pc:sldMk cId="1816211933" sldId="453"/>
        </pc:sldMkLst>
      </pc:sldChg>
      <pc:sldChg chg="addSp delSp modSp add mod">
        <pc:chgData name="Adrien Osakwe" userId="7a3e290c-eb83-484b-8e3d-d46ef2333477" providerId="ADAL" clId="{68D50CE0-6F29-49CE-9181-508326FA075A}" dt="2024-11-17T01:42:03.968" v="3981"/>
        <pc:sldMkLst>
          <pc:docMk/>
          <pc:sldMk cId="78875540" sldId="454"/>
        </pc:sldMkLst>
      </pc:sldChg>
      <pc:sldChg chg="addSp delSp modSp new mod delAnim modAnim">
        <pc:chgData name="Adrien Osakwe" userId="7a3e290c-eb83-484b-8e3d-d46ef2333477" providerId="ADAL" clId="{68D50CE0-6F29-49CE-9181-508326FA075A}" dt="2024-11-18T15:42:33.675" v="11579" actId="1076"/>
        <pc:sldMkLst>
          <pc:docMk/>
          <pc:sldMk cId="401542667" sldId="455"/>
        </pc:sldMkLst>
      </pc:sldChg>
      <pc:sldChg chg="addSp delSp modSp add mod ord">
        <pc:chgData name="Adrien Osakwe" userId="7a3e290c-eb83-484b-8e3d-d46ef2333477" providerId="ADAL" clId="{68D50CE0-6F29-49CE-9181-508326FA075A}" dt="2024-11-18T17:43:38.129" v="11706" actId="20577"/>
        <pc:sldMkLst>
          <pc:docMk/>
          <pc:sldMk cId="3210398204" sldId="456"/>
        </pc:sldMkLst>
      </pc:sldChg>
      <pc:sldChg chg="addSp delSp modSp add mod">
        <pc:chgData name="Adrien Osakwe" userId="7a3e290c-eb83-484b-8e3d-d46ef2333477" providerId="ADAL" clId="{68D50CE0-6F29-49CE-9181-508326FA075A}" dt="2024-11-17T14:59:50.295" v="8328" actId="207"/>
        <pc:sldMkLst>
          <pc:docMk/>
          <pc:sldMk cId="1657585528" sldId="457"/>
        </pc:sldMkLst>
      </pc:sldChg>
      <pc:sldChg chg="modSp add mod">
        <pc:chgData name="Adrien Osakwe" userId="7a3e290c-eb83-484b-8e3d-d46ef2333477" providerId="ADAL" clId="{68D50CE0-6F29-49CE-9181-508326FA075A}" dt="2024-11-17T18:08:43.412" v="10506" actId="207"/>
        <pc:sldMkLst>
          <pc:docMk/>
          <pc:sldMk cId="507708573" sldId="458"/>
        </pc:sldMkLst>
      </pc:sldChg>
      <pc:sldChg chg="modSp new mod ord">
        <pc:chgData name="Adrien Osakwe" userId="7a3e290c-eb83-484b-8e3d-d46ef2333477" providerId="ADAL" clId="{68D50CE0-6F29-49CE-9181-508326FA075A}" dt="2024-11-17T22:44:00.823" v="11520"/>
        <pc:sldMkLst>
          <pc:docMk/>
          <pc:sldMk cId="2146613599" sldId="459"/>
        </pc:sldMkLst>
      </pc:sldChg>
      <pc:sldChg chg="modSp new mod ord">
        <pc:chgData name="Adrien Osakwe" userId="7a3e290c-eb83-484b-8e3d-d46ef2333477" providerId="ADAL" clId="{68D50CE0-6F29-49CE-9181-508326FA075A}" dt="2024-11-17T22:44:00.823" v="11520"/>
        <pc:sldMkLst>
          <pc:docMk/>
          <pc:sldMk cId="1864357679" sldId="460"/>
        </pc:sldMkLst>
      </pc:sldChg>
      <pc:sldChg chg="new del">
        <pc:chgData name="Adrien Osakwe" userId="7a3e290c-eb83-484b-8e3d-d46ef2333477" providerId="ADAL" clId="{68D50CE0-6F29-49CE-9181-508326FA075A}" dt="2024-11-15T20:38:29.952" v="685" actId="680"/>
        <pc:sldMkLst>
          <pc:docMk/>
          <pc:sldMk cId="3695879232" sldId="460"/>
        </pc:sldMkLst>
      </pc:sldChg>
      <pc:sldChg chg="modSp new del mod">
        <pc:chgData name="Adrien Osakwe" userId="7a3e290c-eb83-484b-8e3d-d46ef2333477" providerId="ADAL" clId="{68D50CE0-6F29-49CE-9181-508326FA075A}" dt="2024-11-15T20:49:20.082" v="1702" actId="47"/>
        <pc:sldMkLst>
          <pc:docMk/>
          <pc:sldMk cId="3097887544" sldId="461"/>
        </pc:sldMkLst>
      </pc:sldChg>
      <pc:sldChg chg="addSp modSp new mod ord">
        <pc:chgData name="Adrien Osakwe" userId="7a3e290c-eb83-484b-8e3d-d46ef2333477" providerId="ADAL" clId="{68D50CE0-6F29-49CE-9181-508326FA075A}" dt="2024-11-18T14:06:45.705" v="11541" actId="1076"/>
        <pc:sldMkLst>
          <pc:docMk/>
          <pc:sldMk cId="3144204626" sldId="462"/>
        </pc:sldMkLst>
      </pc:sldChg>
      <pc:sldChg chg="addSp delSp modSp new mod ord">
        <pc:chgData name="Adrien Osakwe" userId="7a3e290c-eb83-484b-8e3d-d46ef2333477" providerId="ADAL" clId="{68D50CE0-6F29-49CE-9181-508326FA075A}" dt="2024-11-18T20:33:31.319" v="11710" actId="20577"/>
        <pc:sldMkLst>
          <pc:docMk/>
          <pc:sldMk cId="2867153347" sldId="463"/>
        </pc:sldMkLst>
      </pc:sldChg>
      <pc:sldChg chg="addSp modSp new mod ord">
        <pc:chgData name="Adrien Osakwe" userId="7a3e290c-eb83-484b-8e3d-d46ef2333477" providerId="ADAL" clId="{68D50CE0-6F29-49CE-9181-508326FA075A}" dt="2024-11-18T14:06:55.253" v="11544" actId="1076"/>
        <pc:sldMkLst>
          <pc:docMk/>
          <pc:sldMk cId="2149742431" sldId="464"/>
        </pc:sldMkLst>
      </pc:sldChg>
      <pc:sldChg chg="addSp modSp new mod ord modAnim">
        <pc:chgData name="Adrien Osakwe" userId="7a3e290c-eb83-484b-8e3d-d46ef2333477" providerId="ADAL" clId="{68D50CE0-6F29-49CE-9181-508326FA075A}" dt="2024-11-17T14:30:06.640" v="5874" actId="207"/>
        <pc:sldMkLst>
          <pc:docMk/>
          <pc:sldMk cId="545663224" sldId="465"/>
        </pc:sldMkLst>
      </pc:sldChg>
      <pc:sldChg chg="modSp new del mod">
        <pc:chgData name="Adrien Osakwe" userId="7a3e290c-eb83-484b-8e3d-d46ef2333477" providerId="ADAL" clId="{68D50CE0-6F29-49CE-9181-508326FA075A}" dt="2024-11-17T22:44:13.306" v="11521" actId="47"/>
        <pc:sldMkLst>
          <pc:docMk/>
          <pc:sldMk cId="2805512483" sldId="466"/>
        </pc:sldMkLst>
      </pc:sldChg>
      <pc:sldChg chg="modSp new mod ord">
        <pc:chgData name="Adrien Osakwe" userId="7a3e290c-eb83-484b-8e3d-d46ef2333477" providerId="ADAL" clId="{68D50CE0-6F29-49CE-9181-508326FA075A}" dt="2024-11-18T16:59:18.200" v="11585"/>
        <pc:sldMkLst>
          <pc:docMk/>
          <pc:sldMk cId="760899132" sldId="467"/>
        </pc:sldMkLst>
      </pc:sldChg>
      <pc:sldChg chg="modSp new mod">
        <pc:chgData name="Adrien Osakwe" userId="7a3e290c-eb83-484b-8e3d-d46ef2333477" providerId="ADAL" clId="{68D50CE0-6F29-49CE-9181-508326FA075A}" dt="2024-11-17T01:50:06.861" v="4016" actId="20577"/>
        <pc:sldMkLst>
          <pc:docMk/>
          <pc:sldMk cId="2041214733" sldId="468"/>
        </pc:sldMkLst>
      </pc:sldChg>
      <pc:sldChg chg="addSp delSp modSp new mod">
        <pc:chgData name="Adrien Osakwe" userId="7a3e290c-eb83-484b-8e3d-d46ef2333477" providerId="ADAL" clId="{68D50CE0-6F29-49CE-9181-508326FA075A}" dt="2024-11-17T14:27:03.297" v="5719" actId="20577"/>
        <pc:sldMkLst>
          <pc:docMk/>
          <pc:sldMk cId="3319858475" sldId="469"/>
        </pc:sldMkLst>
      </pc:sldChg>
      <pc:sldChg chg="addSp modSp new mod">
        <pc:chgData name="Adrien Osakwe" userId="7a3e290c-eb83-484b-8e3d-d46ef2333477" providerId="ADAL" clId="{68D50CE0-6F29-49CE-9181-508326FA075A}" dt="2024-11-17T15:00:53.660" v="8464" actId="20577"/>
        <pc:sldMkLst>
          <pc:docMk/>
          <pc:sldMk cId="2039326999" sldId="470"/>
        </pc:sldMkLst>
      </pc:sldChg>
      <pc:sldChg chg="addSp delSp modSp new del mod ord setBg">
        <pc:chgData name="Adrien Osakwe" userId="7a3e290c-eb83-484b-8e3d-d46ef2333477" providerId="ADAL" clId="{68D50CE0-6F29-49CE-9181-508326FA075A}" dt="2024-11-18T16:59:24.384" v="11586" actId="2696"/>
        <pc:sldMkLst>
          <pc:docMk/>
          <pc:sldMk cId="1000633892" sldId="471"/>
        </pc:sldMkLst>
      </pc:sldChg>
      <pc:sldChg chg="add">
        <pc:chgData name="Adrien Osakwe" userId="7a3e290c-eb83-484b-8e3d-d46ef2333477" providerId="ADAL" clId="{68D50CE0-6F29-49CE-9181-508326FA075A}" dt="2024-11-18T16:59:28.827" v="11587"/>
        <pc:sldMkLst>
          <pc:docMk/>
          <pc:sldMk cId="1291056166" sldId="471"/>
        </pc:sldMkLst>
      </pc:sldChg>
      <pc:sldChg chg="modSp new mod modAnim">
        <pc:chgData name="Adrien Osakwe" userId="7a3e290c-eb83-484b-8e3d-d46ef2333477" providerId="ADAL" clId="{68D50CE0-6F29-49CE-9181-508326FA075A}" dt="2024-11-17T21:46:14.534" v="11103" actId="114"/>
        <pc:sldMkLst>
          <pc:docMk/>
          <pc:sldMk cId="1014294434" sldId="472"/>
        </pc:sldMkLst>
      </pc:sldChg>
      <pc:sldChg chg="modSp new mod">
        <pc:chgData name="Adrien Osakwe" userId="7a3e290c-eb83-484b-8e3d-d46ef2333477" providerId="ADAL" clId="{68D50CE0-6F29-49CE-9181-508326FA075A}" dt="2024-11-17T18:29:27.464" v="11099" actId="207"/>
        <pc:sldMkLst>
          <pc:docMk/>
          <pc:sldMk cId="2568801290" sldId="473"/>
        </pc:sldMkLst>
      </pc:sldChg>
      <pc:sldChg chg="addSp modSp new mod">
        <pc:chgData name="Adrien Osakwe" userId="7a3e290c-eb83-484b-8e3d-d46ef2333477" providerId="ADAL" clId="{68D50CE0-6F29-49CE-9181-508326FA075A}" dt="2024-11-17T02:52:00.892" v="4935" actId="1076"/>
        <pc:sldMkLst>
          <pc:docMk/>
          <pc:sldMk cId="1349864920" sldId="474"/>
        </pc:sldMkLst>
      </pc:sldChg>
      <pc:sldChg chg="addSp modSp new del mod ord">
        <pc:chgData name="Adrien Osakwe" userId="7a3e290c-eb83-484b-8e3d-d46ef2333477" providerId="ADAL" clId="{68D50CE0-6F29-49CE-9181-508326FA075A}" dt="2024-11-18T16:59:24.384" v="11586" actId="2696"/>
        <pc:sldMkLst>
          <pc:docMk/>
          <pc:sldMk cId="443152693" sldId="475"/>
        </pc:sldMkLst>
      </pc:sldChg>
      <pc:sldChg chg="add">
        <pc:chgData name="Adrien Osakwe" userId="7a3e290c-eb83-484b-8e3d-d46ef2333477" providerId="ADAL" clId="{68D50CE0-6F29-49CE-9181-508326FA075A}" dt="2024-11-18T16:59:28.827" v="11587"/>
        <pc:sldMkLst>
          <pc:docMk/>
          <pc:sldMk cId="4253093352" sldId="475"/>
        </pc:sldMkLst>
      </pc:sldChg>
      <pc:sldChg chg="modSp new mod ord">
        <pc:chgData name="Adrien Osakwe" userId="7a3e290c-eb83-484b-8e3d-d46ef2333477" providerId="ADAL" clId="{68D50CE0-6F29-49CE-9181-508326FA075A}" dt="2024-11-17T22:44:00.823" v="11520"/>
        <pc:sldMkLst>
          <pc:docMk/>
          <pc:sldMk cId="1111533111" sldId="476"/>
        </pc:sldMkLst>
      </pc:sldChg>
      <pc:sldChg chg="addSp modSp new mod ord">
        <pc:chgData name="Adrien Osakwe" userId="7a3e290c-eb83-484b-8e3d-d46ef2333477" providerId="ADAL" clId="{68D50CE0-6F29-49CE-9181-508326FA075A}" dt="2024-11-18T14:07:23.745" v="11551" actId="207"/>
        <pc:sldMkLst>
          <pc:docMk/>
          <pc:sldMk cId="223799245" sldId="477"/>
        </pc:sldMkLst>
      </pc:sldChg>
      <pc:sldChg chg="addSp delSp modSp new mod ord">
        <pc:chgData name="Adrien Osakwe" userId="7a3e290c-eb83-484b-8e3d-d46ef2333477" providerId="ADAL" clId="{68D50CE0-6F29-49CE-9181-508326FA075A}" dt="2024-11-18T14:07:07.155" v="11550" actId="1076"/>
        <pc:sldMkLst>
          <pc:docMk/>
          <pc:sldMk cId="105873721" sldId="478"/>
        </pc:sldMkLst>
      </pc:sldChg>
      <pc:sldChg chg="modSp new mod ord">
        <pc:chgData name="Adrien Osakwe" userId="7a3e290c-eb83-484b-8e3d-d46ef2333477" providerId="ADAL" clId="{68D50CE0-6F29-49CE-9181-508326FA075A}" dt="2024-11-18T17:01:12.222" v="11607" actId="20577"/>
        <pc:sldMkLst>
          <pc:docMk/>
          <pc:sldMk cId="3592411448" sldId="479"/>
        </pc:sldMkLst>
      </pc:sldChg>
      <pc:sldChg chg="modSp new mod">
        <pc:chgData name="Adrien Osakwe" userId="7a3e290c-eb83-484b-8e3d-d46ef2333477" providerId="ADAL" clId="{68D50CE0-6F29-49CE-9181-508326FA075A}" dt="2024-11-17T18:01:18.457" v="10073" actId="20577"/>
        <pc:sldMkLst>
          <pc:docMk/>
          <pc:sldMk cId="1565391301" sldId="480"/>
        </pc:sldMkLst>
      </pc:sldChg>
      <pc:sldChg chg="new del">
        <pc:chgData name="Adrien Osakwe" userId="7a3e290c-eb83-484b-8e3d-d46ef2333477" providerId="ADAL" clId="{68D50CE0-6F29-49CE-9181-508326FA075A}" dt="2024-11-17T17:59:50.640" v="9686" actId="47"/>
        <pc:sldMkLst>
          <pc:docMk/>
          <pc:sldMk cId="1833910973" sldId="480"/>
        </pc:sldMkLst>
      </pc:sldChg>
      <pc:sldChg chg="modSp add mod ord">
        <pc:chgData name="Adrien Osakwe" userId="7a3e290c-eb83-484b-8e3d-d46ef2333477" providerId="ADAL" clId="{68D50CE0-6F29-49CE-9181-508326FA075A}" dt="2024-11-17T18:08:52.812" v="10508"/>
        <pc:sldMkLst>
          <pc:docMk/>
          <pc:sldMk cId="698687254" sldId="481"/>
        </pc:sldMkLst>
      </pc:sldChg>
      <pc:sldChg chg="addSp delSp modSp new del">
        <pc:chgData name="Adrien Osakwe" userId="7a3e290c-eb83-484b-8e3d-d46ef2333477" providerId="ADAL" clId="{68D50CE0-6F29-49CE-9181-508326FA075A}" dt="2024-11-18T14:02:00.196" v="11536" actId="47"/>
        <pc:sldMkLst>
          <pc:docMk/>
          <pc:sldMk cId="1318502306" sldId="482"/>
        </pc:sldMkLst>
      </pc:sldChg>
      <pc:sldChg chg="addSp new del">
        <pc:chgData name="Adrien Osakwe" userId="7a3e290c-eb83-484b-8e3d-d46ef2333477" providerId="ADAL" clId="{68D50CE0-6F29-49CE-9181-508326FA075A}" dt="2024-11-18T14:05:42.124" v="11539" actId="47"/>
        <pc:sldMkLst>
          <pc:docMk/>
          <pc:sldMk cId="2676420170" sldId="482"/>
        </pc:sldMkLst>
      </pc:sldChg>
      <pc:sldChg chg="addSp modSp new mod ord">
        <pc:chgData name="Adrien Osakwe" userId="7a3e290c-eb83-484b-8e3d-d46ef2333477" providerId="ADAL" clId="{68D50CE0-6F29-49CE-9181-508326FA075A}" dt="2024-11-18T17:40:00.061" v="11695" actId="1076"/>
        <pc:sldMkLst>
          <pc:docMk/>
          <pc:sldMk cId="3856371583" sldId="482"/>
        </pc:sldMkLst>
      </pc:sldChg>
      <pc:sldMasterChg chg="addSp modSp mod">
        <pc:chgData name="Adrien Osakwe" userId="7a3e290c-eb83-484b-8e3d-d46ef2333477" providerId="ADAL" clId="{68D50CE0-6F29-49CE-9181-508326FA075A}" dt="2024-11-17T01:40:54.280" v="3970" actId="1076"/>
        <pc:sldMasterMkLst>
          <pc:docMk/>
          <pc:sldMasterMk cId="1449374226" sldId="2147483660"/>
        </pc:sldMasterMkLst>
      </pc:sldMasterChg>
    </pc:docChg>
  </pc:docChgLst>
  <pc:docChgLst>
    <pc:chgData name="Adrien Osakwe" userId="7a3e290c-eb83-484b-8e3d-d46ef2333477" providerId="ADAL" clId="{ECB69157-50F4-4BCE-8F3E-6963454F02B1}"/>
    <pc:docChg chg="custSel addSld delSld modSld sldOrd">
      <pc:chgData name="Adrien Osakwe" userId="7a3e290c-eb83-484b-8e3d-d46ef2333477" providerId="ADAL" clId="{ECB69157-50F4-4BCE-8F3E-6963454F02B1}" dt="2025-02-20T17:16:50.767" v="423"/>
      <pc:docMkLst>
        <pc:docMk/>
      </pc:docMkLst>
      <pc:sldChg chg="addSp modSp mod">
        <pc:chgData name="Adrien Osakwe" userId="7a3e290c-eb83-484b-8e3d-d46ef2333477" providerId="ADAL" clId="{ECB69157-50F4-4BCE-8F3E-6963454F02B1}" dt="2025-02-19T21:16:11.328" v="111" actId="1035"/>
        <pc:sldMkLst>
          <pc:docMk/>
          <pc:sldMk cId="2389275097" sldId="316"/>
        </pc:sldMkLst>
      </pc:sldChg>
      <pc:sldChg chg="addSp delSp modSp mod">
        <pc:chgData name="Adrien Osakwe" userId="7a3e290c-eb83-484b-8e3d-d46ef2333477" providerId="ADAL" clId="{ECB69157-50F4-4BCE-8F3E-6963454F02B1}" dt="2025-02-19T15:30:37.496" v="64" actId="1076"/>
        <pc:sldMkLst>
          <pc:docMk/>
          <pc:sldMk cId="25426801" sldId="318"/>
        </pc:sldMkLst>
      </pc:sldChg>
      <pc:sldChg chg="addSp delSp modSp mod">
        <pc:chgData name="Adrien Osakwe" userId="7a3e290c-eb83-484b-8e3d-d46ef2333477" providerId="ADAL" clId="{ECB69157-50F4-4BCE-8F3E-6963454F02B1}" dt="2025-02-19T15:29:05.128" v="19" actId="12788"/>
        <pc:sldMkLst>
          <pc:docMk/>
          <pc:sldMk cId="3301951615" sldId="338"/>
        </pc:sldMkLst>
      </pc:sldChg>
      <pc:sldChg chg="modSp mod">
        <pc:chgData name="Adrien Osakwe" userId="7a3e290c-eb83-484b-8e3d-d46ef2333477" providerId="ADAL" clId="{ECB69157-50F4-4BCE-8F3E-6963454F02B1}" dt="2025-02-20T15:22:19.143" v="173" actId="6549"/>
        <pc:sldMkLst>
          <pc:docMk/>
          <pc:sldMk cId="742620507" sldId="353"/>
        </pc:sldMkLst>
      </pc:sldChg>
      <pc:sldChg chg="modSp mod">
        <pc:chgData name="Adrien Osakwe" userId="7a3e290c-eb83-484b-8e3d-d46ef2333477" providerId="ADAL" clId="{ECB69157-50F4-4BCE-8F3E-6963454F02B1}" dt="2025-02-20T15:24:11.052" v="221" actId="20577"/>
        <pc:sldMkLst>
          <pc:docMk/>
          <pc:sldMk cId="1189678410" sldId="415"/>
        </pc:sldMkLst>
      </pc:sldChg>
      <pc:sldChg chg="ord">
        <pc:chgData name="Adrien Osakwe" userId="7a3e290c-eb83-484b-8e3d-d46ef2333477" providerId="ADAL" clId="{ECB69157-50F4-4BCE-8F3E-6963454F02B1}" dt="2025-02-19T15:28:09.578" v="2"/>
        <pc:sldMkLst>
          <pc:docMk/>
          <pc:sldMk cId="37015343" sldId="450"/>
        </pc:sldMkLst>
      </pc:sldChg>
      <pc:sldChg chg="ord">
        <pc:chgData name="Adrien Osakwe" userId="7a3e290c-eb83-484b-8e3d-d46ef2333477" providerId="ADAL" clId="{ECB69157-50F4-4BCE-8F3E-6963454F02B1}" dt="2025-02-19T15:28:09.578" v="2"/>
        <pc:sldMkLst>
          <pc:docMk/>
          <pc:sldMk cId="3783639537" sldId="451"/>
        </pc:sldMkLst>
      </pc:sldChg>
      <pc:sldChg chg="modSp mod ord modAnim">
        <pc:chgData name="Adrien Osakwe" userId="7a3e290c-eb83-484b-8e3d-d46ef2333477" providerId="ADAL" clId="{ECB69157-50F4-4BCE-8F3E-6963454F02B1}" dt="2025-02-20T15:33:43.536" v="229"/>
        <pc:sldMkLst>
          <pc:docMk/>
          <pc:sldMk cId="401542667" sldId="455"/>
        </pc:sldMkLst>
      </pc:sldChg>
      <pc:sldChg chg="modSp">
        <pc:chgData name="Adrien Osakwe" userId="7a3e290c-eb83-484b-8e3d-d46ef2333477" providerId="ADAL" clId="{ECB69157-50F4-4BCE-8F3E-6963454F02B1}" dt="2025-02-20T17:16:50.767" v="423"/>
        <pc:sldMkLst>
          <pc:docMk/>
          <pc:sldMk cId="3210398204" sldId="456"/>
        </pc:sldMkLst>
      </pc:sldChg>
      <pc:sldChg chg="ord">
        <pc:chgData name="Adrien Osakwe" userId="7a3e290c-eb83-484b-8e3d-d46ef2333477" providerId="ADAL" clId="{ECB69157-50F4-4BCE-8F3E-6963454F02B1}" dt="2025-02-19T15:28:09.578" v="2"/>
        <pc:sldMkLst>
          <pc:docMk/>
          <pc:sldMk cId="1657585528" sldId="457"/>
        </pc:sldMkLst>
      </pc:sldChg>
      <pc:sldChg chg="modSp mod">
        <pc:chgData name="Adrien Osakwe" userId="7a3e290c-eb83-484b-8e3d-d46ef2333477" providerId="ADAL" clId="{ECB69157-50F4-4BCE-8F3E-6963454F02B1}" dt="2025-02-20T16:55:46.819" v="359" actId="20577"/>
        <pc:sldMkLst>
          <pc:docMk/>
          <pc:sldMk cId="1864357679" sldId="460"/>
        </pc:sldMkLst>
      </pc:sldChg>
      <pc:sldChg chg="modSp mod">
        <pc:chgData name="Adrien Osakwe" userId="7a3e290c-eb83-484b-8e3d-d46ef2333477" providerId="ADAL" clId="{ECB69157-50F4-4BCE-8F3E-6963454F02B1}" dt="2025-02-20T16:57:01.105" v="376" actId="27636"/>
        <pc:sldMkLst>
          <pc:docMk/>
          <pc:sldMk cId="3144204626" sldId="462"/>
        </pc:sldMkLst>
      </pc:sldChg>
      <pc:sldChg chg="modSp mod">
        <pc:chgData name="Adrien Osakwe" userId="7a3e290c-eb83-484b-8e3d-d46ef2333477" providerId="ADAL" clId="{ECB69157-50F4-4BCE-8F3E-6963454F02B1}" dt="2025-02-20T05:18:29.174" v="172" actId="207"/>
        <pc:sldMkLst>
          <pc:docMk/>
          <pc:sldMk cId="2149742431" sldId="464"/>
        </pc:sldMkLst>
      </pc:sldChg>
      <pc:sldChg chg="modSp mod ord modAnim">
        <pc:chgData name="Adrien Osakwe" userId="7a3e290c-eb83-484b-8e3d-d46ef2333477" providerId="ADAL" clId="{ECB69157-50F4-4BCE-8F3E-6963454F02B1}" dt="2025-02-20T15:36:14.490" v="245" actId="14100"/>
        <pc:sldMkLst>
          <pc:docMk/>
          <pc:sldMk cId="545663224" sldId="465"/>
        </pc:sldMkLst>
      </pc:sldChg>
      <pc:sldChg chg="ord">
        <pc:chgData name="Adrien Osakwe" userId="7a3e290c-eb83-484b-8e3d-d46ef2333477" providerId="ADAL" clId="{ECB69157-50F4-4BCE-8F3E-6963454F02B1}" dt="2025-02-19T15:28:09.578" v="2"/>
        <pc:sldMkLst>
          <pc:docMk/>
          <pc:sldMk cId="760899132" sldId="467"/>
        </pc:sldMkLst>
      </pc:sldChg>
      <pc:sldChg chg="addSp modSp mod ord">
        <pc:chgData name="Adrien Osakwe" userId="7a3e290c-eb83-484b-8e3d-d46ef2333477" providerId="ADAL" clId="{ECB69157-50F4-4BCE-8F3E-6963454F02B1}" dt="2025-02-20T15:40:39.652" v="350" actId="20577"/>
        <pc:sldMkLst>
          <pc:docMk/>
          <pc:sldMk cId="3319858475" sldId="469"/>
        </pc:sldMkLst>
      </pc:sldChg>
      <pc:sldChg chg="ord">
        <pc:chgData name="Adrien Osakwe" userId="7a3e290c-eb83-484b-8e3d-d46ef2333477" providerId="ADAL" clId="{ECB69157-50F4-4BCE-8F3E-6963454F02B1}" dt="2025-02-19T15:28:09.578" v="2"/>
        <pc:sldMkLst>
          <pc:docMk/>
          <pc:sldMk cId="2039326999" sldId="470"/>
        </pc:sldMkLst>
      </pc:sldChg>
      <pc:sldChg chg="modSp modAnim">
        <pc:chgData name="Adrien Osakwe" userId="7a3e290c-eb83-484b-8e3d-d46ef2333477" providerId="ADAL" clId="{ECB69157-50F4-4BCE-8F3E-6963454F02B1}" dt="2025-02-20T15:32:40.112" v="222" actId="113"/>
        <pc:sldMkLst>
          <pc:docMk/>
          <pc:sldMk cId="1014294434" sldId="472"/>
        </pc:sldMkLst>
      </pc:sldChg>
      <pc:sldChg chg="ord">
        <pc:chgData name="Adrien Osakwe" userId="7a3e290c-eb83-484b-8e3d-d46ef2333477" providerId="ADAL" clId="{ECB69157-50F4-4BCE-8F3E-6963454F02B1}" dt="2025-02-19T15:28:09.578" v="2"/>
        <pc:sldMkLst>
          <pc:docMk/>
          <pc:sldMk cId="1349864920" sldId="474"/>
        </pc:sldMkLst>
      </pc:sldChg>
      <pc:sldChg chg="modSp mod">
        <pc:chgData name="Adrien Osakwe" userId="7a3e290c-eb83-484b-8e3d-d46ef2333477" providerId="ADAL" clId="{ECB69157-50F4-4BCE-8F3E-6963454F02B1}" dt="2025-02-19T21:46:45.484" v="169" actId="27636"/>
        <pc:sldMkLst>
          <pc:docMk/>
          <pc:sldMk cId="4253093352" sldId="475"/>
        </pc:sldMkLst>
      </pc:sldChg>
      <pc:sldChg chg="modSp mod">
        <pc:chgData name="Adrien Osakwe" userId="7a3e290c-eb83-484b-8e3d-d46ef2333477" providerId="ADAL" clId="{ECB69157-50F4-4BCE-8F3E-6963454F02B1}" dt="2025-02-20T17:10:03.013" v="409" actId="6549"/>
        <pc:sldMkLst>
          <pc:docMk/>
          <pc:sldMk cId="3592411448" sldId="479"/>
        </pc:sldMkLst>
      </pc:sldChg>
      <pc:sldChg chg="modSp new del mod">
        <pc:chgData name="Adrien Osakwe" userId="7a3e290c-eb83-484b-8e3d-d46ef2333477" providerId="ADAL" clId="{ECB69157-50F4-4BCE-8F3E-6963454F02B1}" dt="2025-02-20T05:18:18.657" v="170" actId="47"/>
        <pc:sldMkLst>
          <pc:docMk/>
          <pc:sldMk cId="2832036324" sldId="483"/>
        </pc:sldMkLst>
      </pc:sldChg>
    </pc:docChg>
  </pc:docChgLst>
  <pc:docChgLst>
    <pc:chgData name="Adrien Osakwe" userId="7a3e290c-eb83-484b-8e3d-d46ef2333477" providerId="ADAL" clId="{D4A007D3-4E97-4B75-95D0-8B1C64C79F43}"/>
    <pc:docChg chg="custSel modSld">
      <pc:chgData name="Adrien Osakwe" userId="7a3e290c-eb83-484b-8e3d-d46ef2333477" providerId="ADAL" clId="{D4A007D3-4E97-4B75-95D0-8B1C64C79F43}" dt="2025-07-13T15:59:41.536" v="56" actId="1076"/>
      <pc:docMkLst>
        <pc:docMk/>
      </pc:docMkLst>
      <pc:sldChg chg="modSp mod">
        <pc:chgData name="Adrien Osakwe" userId="7a3e290c-eb83-484b-8e3d-d46ef2333477" providerId="ADAL" clId="{D4A007D3-4E97-4B75-95D0-8B1C64C79F43}" dt="2025-07-13T15:58:49.210" v="50" actId="20577"/>
        <pc:sldMkLst>
          <pc:docMk/>
          <pc:sldMk cId="2389275097" sldId="316"/>
        </pc:sldMkLst>
        <pc:spChg chg="mod">
          <ac:chgData name="Adrien Osakwe" userId="7a3e290c-eb83-484b-8e3d-d46ef2333477" providerId="ADAL" clId="{D4A007D3-4E97-4B75-95D0-8B1C64C79F43}" dt="2025-07-13T15:58:49.210" v="50" actId="20577"/>
          <ac:spMkLst>
            <pc:docMk/>
            <pc:sldMk cId="2389275097" sldId="316"/>
            <ac:spMk id="2" creationId="{E57E6C04-4051-B883-0FFD-0C104B795BCE}"/>
          </ac:spMkLst>
        </pc:spChg>
      </pc:sldChg>
      <pc:sldChg chg="addSp delSp modSp mod">
        <pc:chgData name="Adrien Osakwe" userId="7a3e290c-eb83-484b-8e3d-d46ef2333477" providerId="ADAL" clId="{D4A007D3-4E97-4B75-95D0-8B1C64C79F43}" dt="2025-07-13T15:57:41.585" v="15" actId="1076"/>
        <pc:sldMkLst>
          <pc:docMk/>
          <pc:sldMk cId="25426801" sldId="318"/>
        </pc:sldMkLst>
        <pc:spChg chg="add del">
          <ac:chgData name="Adrien Osakwe" userId="7a3e290c-eb83-484b-8e3d-d46ef2333477" providerId="ADAL" clId="{D4A007D3-4E97-4B75-95D0-8B1C64C79F43}" dt="2025-07-13T15:56:28.308" v="2" actId="478"/>
          <ac:spMkLst>
            <pc:docMk/>
            <pc:sldMk cId="25426801" sldId="318"/>
            <ac:spMk id="3" creationId="{7710DF1F-7E9B-BAEB-0219-3FE3E99E5556}"/>
          </ac:spMkLst>
        </pc:spChg>
        <pc:spChg chg="add del mod">
          <ac:chgData name="Adrien Osakwe" userId="7a3e290c-eb83-484b-8e3d-d46ef2333477" providerId="ADAL" clId="{D4A007D3-4E97-4B75-95D0-8B1C64C79F43}" dt="2025-07-13T15:57:22.204" v="4" actId="478"/>
          <ac:spMkLst>
            <pc:docMk/>
            <pc:sldMk cId="25426801" sldId="318"/>
            <ac:spMk id="5" creationId="{04653E2A-F453-98D7-FC1C-D61B4A04B9EE}"/>
          </ac:spMkLst>
        </pc:spChg>
        <pc:picChg chg="del">
          <ac:chgData name="Adrien Osakwe" userId="7a3e290c-eb83-484b-8e3d-d46ef2333477" providerId="ADAL" clId="{D4A007D3-4E97-4B75-95D0-8B1C64C79F43}" dt="2025-07-13T15:56:24.301" v="0" actId="478"/>
          <ac:picMkLst>
            <pc:docMk/>
            <pc:sldMk cId="25426801" sldId="318"/>
            <ac:picMk id="8" creationId="{A26D50DA-518D-0AF2-D362-2940796A3E8A}"/>
          </ac:picMkLst>
        </pc:picChg>
        <pc:picChg chg="add mod">
          <ac:chgData name="Adrien Osakwe" userId="7a3e290c-eb83-484b-8e3d-d46ef2333477" providerId="ADAL" clId="{D4A007D3-4E97-4B75-95D0-8B1C64C79F43}" dt="2025-07-13T15:57:41.585" v="15" actId="1076"/>
          <ac:picMkLst>
            <pc:docMk/>
            <pc:sldMk cId="25426801" sldId="318"/>
            <ac:picMk id="13" creationId="{6DF5BB46-1153-E294-A4F1-5DF7C89C4F2C}"/>
          </ac:picMkLst>
        </pc:picChg>
      </pc:sldChg>
      <pc:sldChg chg="addSp delSp modSp mod">
        <pc:chgData name="Adrien Osakwe" userId="7a3e290c-eb83-484b-8e3d-d46ef2333477" providerId="ADAL" clId="{D4A007D3-4E97-4B75-95D0-8B1C64C79F43}" dt="2025-07-13T15:59:41.536" v="56" actId="1076"/>
        <pc:sldMkLst>
          <pc:docMk/>
          <pc:sldMk cId="3301951615" sldId="338"/>
        </pc:sldMkLst>
        <pc:picChg chg="add mod">
          <ac:chgData name="Adrien Osakwe" userId="7a3e290c-eb83-484b-8e3d-d46ef2333477" providerId="ADAL" clId="{D4A007D3-4E97-4B75-95D0-8B1C64C79F43}" dt="2025-07-13T15:59:41.536" v="56" actId="1076"/>
          <ac:picMkLst>
            <pc:docMk/>
            <pc:sldMk cId="3301951615" sldId="338"/>
            <ac:picMk id="3" creationId="{144E657E-4DB2-77E6-0E22-D9223E12F50D}"/>
          </ac:picMkLst>
        </pc:picChg>
        <pc:picChg chg="del">
          <ac:chgData name="Adrien Osakwe" userId="7a3e290c-eb83-484b-8e3d-d46ef2333477" providerId="ADAL" clId="{D4A007D3-4E97-4B75-95D0-8B1C64C79F43}" dt="2025-07-13T15:59:07.324" v="51" actId="478"/>
          <ac:picMkLst>
            <pc:docMk/>
            <pc:sldMk cId="3301951615" sldId="338"/>
            <ac:picMk id="5" creationId="{19B22BFB-B19D-2D0C-A86A-B8456CFB8D45}"/>
          </ac:picMkLst>
        </pc:picChg>
      </pc:sldChg>
      <pc:sldChg chg="modSp mod">
        <pc:chgData name="Adrien Osakwe" userId="7a3e290c-eb83-484b-8e3d-d46ef2333477" providerId="ADAL" clId="{D4A007D3-4E97-4B75-95D0-8B1C64C79F43}" dt="2025-07-13T15:58:18.607" v="18" actId="20577"/>
        <pc:sldMkLst>
          <pc:docMk/>
          <pc:sldMk cId="3856371583" sldId="482"/>
        </pc:sldMkLst>
        <pc:spChg chg="mod">
          <ac:chgData name="Adrien Osakwe" userId="7a3e290c-eb83-484b-8e3d-d46ef2333477" providerId="ADAL" clId="{D4A007D3-4E97-4B75-95D0-8B1C64C79F43}" dt="2025-07-13T15:58:18.607" v="18" actId="20577"/>
          <ac:spMkLst>
            <pc:docMk/>
            <pc:sldMk cId="3856371583" sldId="482"/>
            <ac:spMk id="2" creationId="{845BB119-6782-CBD8-8DCB-F8C750D639F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0E883B-34CD-C662-4894-9F17ACB17F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E3C337-8F20-DC0E-F086-75F80A1A91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F74AA5-8A3E-4FDB-94BB-BF4B31CB4E38}" type="datetimeFigureOut">
              <a:rPr lang="en-CA" smtClean="0"/>
              <a:t>2026-10-16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2B551-A114-1711-7660-206556B020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960C49-B3C8-81BE-2872-8D4647B443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A9F605-ADAB-47CB-BC74-76DC0A949AA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3588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E5156-1B5D-054E-B5B2-E1B1BA160252}" type="datetimeFigureOut">
              <a:rPr lang="fr-FR" smtClean="0"/>
              <a:t>16/10/2026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BD60B-517C-4242-AE46-E1BD2D08654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7014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94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884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82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76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70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647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59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53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9971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4037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8882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654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FDR – false discovery test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278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63281" y="60798"/>
            <a:ext cx="4197350" cy="1012958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469381-9221-664C-A297-50EE4CAEE0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8"/>
            <a:ext cx="8585105" cy="4383864"/>
          </a:xfrm>
        </p:spPr>
        <p:txBody>
          <a:bodyPr/>
          <a:lstStyle/>
          <a:p>
            <a:r>
              <a:rPr lang="fr-FR" dirty="0"/>
              <a:t>Modifier les styles du texte du masque
Deuxième niveau
Troisième niveau
Quatrième niveau
Cinquième niveau</a:t>
            </a:r>
            <a:endParaRPr lang="en-CA" dirty="0"/>
          </a:p>
        </p:txBody>
      </p:sp>
      <p:pic>
        <p:nvPicPr>
          <p:cNvPr id="4" name="Picture 3" descr="A close-up of a logo&#10;&#10;Description automatically generated">
            <a:extLst>
              <a:ext uri="{FF2B5EF4-FFF2-40B4-BE49-F238E27FC236}">
                <a16:creationId xmlns:a16="http://schemas.microsoft.com/office/drawing/2014/main" id="{DDB01B34-4658-0BF9-DEB6-F09620837D3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38991" y="5996355"/>
            <a:ext cx="4305009" cy="72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94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5"/>
            <a:ext cx="9144000" cy="8996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93431" y="5"/>
            <a:ext cx="3727939" cy="89967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2401445-DB0B-D44D-B605-7A88A3BC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706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829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09953"/>
            <a:ext cx="7886700" cy="113347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2341" y="2243015"/>
            <a:ext cx="7886700" cy="332008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088" indent="0">
              <a:buNone/>
              <a:defRPr sz="2002">
                <a:solidFill>
                  <a:schemeClr val="tx1">
                    <a:tint val="75000"/>
                  </a:schemeClr>
                </a:solidFill>
              </a:defRPr>
            </a:lvl2pPr>
            <a:lvl3pPr marL="91417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25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4pPr>
            <a:lvl5pPr marL="1828343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5pPr>
            <a:lvl6pPr marL="2285430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6pPr>
            <a:lvl7pPr marL="274251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7pPr>
            <a:lvl8pPr marL="319959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8pPr>
            <a:lvl9pPr marL="365668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Modifier les styles du texte du masque
Deuxième niveau
Troisième niveau
Quatrième niveau
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720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7"/>
            <a:ext cx="3886200" cy="4351335"/>
          </a:xfrm>
        </p:spPr>
        <p:txBody>
          <a:bodyPr/>
          <a:lstStyle/>
          <a:p>
            <a:pPr lvl="0"/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7"/>
            <a:ext cx="3886200" cy="4351335"/>
          </a:xfrm>
        </p:spPr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908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75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0274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1"/>
            <a:ext cx="4629150" cy="4873628"/>
          </a:xfrm>
        </p:spPr>
        <p:txBody>
          <a:bodyPr anchor="t"/>
          <a:lstStyle>
            <a:lvl1pPr marL="0" indent="0">
              <a:buNone/>
              <a:defRPr sz="3202"/>
            </a:lvl1pPr>
            <a:lvl2pPr marL="457088" indent="0">
              <a:buNone/>
              <a:defRPr sz="2798"/>
            </a:lvl2pPr>
            <a:lvl3pPr marL="914175" indent="0">
              <a:buNone/>
              <a:defRPr sz="2400"/>
            </a:lvl3pPr>
            <a:lvl4pPr marL="1371255" indent="0">
              <a:buNone/>
              <a:defRPr sz="2002"/>
            </a:lvl4pPr>
            <a:lvl5pPr marL="1828343" indent="0">
              <a:buNone/>
              <a:defRPr sz="2002"/>
            </a:lvl5pPr>
            <a:lvl6pPr marL="2285430" indent="0">
              <a:buNone/>
              <a:defRPr sz="2002"/>
            </a:lvl6pPr>
            <a:lvl7pPr marL="2742518" indent="0">
              <a:buNone/>
              <a:defRPr sz="2002"/>
            </a:lvl7pPr>
            <a:lvl8pPr marL="3199598" indent="0">
              <a:buNone/>
              <a:defRPr sz="2002"/>
            </a:lvl8pPr>
            <a:lvl9pPr marL="3656685" indent="0">
              <a:buNone/>
              <a:defRPr sz="2002"/>
            </a:lvl9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90"/>
          </a:xfrm>
        </p:spPr>
        <p:txBody>
          <a:bodyPr/>
          <a:lstStyle>
            <a:lvl1pPr marL="0" indent="0">
              <a:buNone/>
              <a:defRPr sz="1598"/>
            </a:lvl1pPr>
            <a:lvl2pPr marL="457088" indent="0">
              <a:buNone/>
              <a:defRPr sz="1403"/>
            </a:lvl2pPr>
            <a:lvl3pPr marL="914175" indent="0">
              <a:buNone/>
              <a:defRPr sz="1200"/>
            </a:lvl3pPr>
            <a:lvl4pPr marL="1371255" indent="0">
              <a:buNone/>
              <a:defRPr sz="998"/>
            </a:lvl4pPr>
            <a:lvl5pPr marL="1828343" indent="0">
              <a:buNone/>
              <a:defRPr sz="998"/>
            </a:lvl5pPr>
            <a:lvl6pPr marL="2285430" indent="0">
              <a:buNone/>
              <a:defRPr sz="998"/>
            </a:lvl6pPr>
            <a:lvl7pPr marL="2742518" indent="0">
              <a:buNone/>
              <a:defRPr sz="998"/>
            </a:lvl7pPr>
            <a:lvl8pPr marL="3199598" indent="0">
              <a:buNone/>
              <a:defRPr sz="998"/>
            </a:lvl8pPr>
            <a:lvl9pPr marL="3656685" indent="0">
              <a:buNone/>
              <a:defRPr sz="998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933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038216"/>
            <a:ext cx="7886700" cy="36663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Modifier les styles du texte du masque
Deuxième niveau
Troisième niveau
Quatrième niveau
Cinquième niveau</a:t>
            </a:r>
            <a:endParaRPr lang="en-US" dirty="0"/>
          </a:p>
        </p:txBody>
      </p:sp>
      <p:grpSp>
        <p:nvGrpSpPr>
          <p:cNvPr id="14" name="Group 11">
            <a:extLst>
              <a:ext uri="{FF2B5EF4-FFF2-40B4-BE49-F238E27FC236}">
                <a16:creationId xmlns:a16="http://schemas.microsoft.com/office/drawing/2014/main" id="{8ADF8589-063A-1546-8085-07B315CCB28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2150" y="6790458"/>
            <a:ext cx="9146150" cy="121246"/>
            <a:chOff x="606161" y="2106824"/>
            <a:chExt cx="6205940" cy="124118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D4AE55-E3E4-8E48-A531-035261AD147D}"/>
                </a:ext>
              </a:extLst>
            </p:cNvPr>
            <p:cNvSpPr/>
            <p:nvPr userDrawn="1"/>
          </p:nvSpPr>
          <p:spPr>
            <a:xfrm>
              <a:off x="606161" y="2106824"/>
              <a:ext cx="1241028" cy="124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53BF61-1322-C642-81B1-2BEA6A9D7516}"/>
                </a:ext>
              </a:extLst>
            </p:cNvPr>
            <p:cNvSpPr/>
            <p:nvPr userDrawn="1"/>
          </p:nvSpPr>
          <p:spPr>
            <a:xfrm>
              <a:off x="1847189" y="2106824"/>
              <a:ext cx="1241429" cy="12411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05D8262-7348-B74A-B1E5-C429BF3920A3}"/>
                </a:ext>
              </a:extLst>
            </p:cNvPr>
            <p:cNvSpPr/>
            <p:nvPr userDrawn="1"/>
          </p:nvSpPr>
          <p:spPr>
            <a:xfrm>
              <a:off x="3088617" y="2106824"/>
              <a:ext cx="1241027" cy="12411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E6F6EB-C764-0142-9907-8F053728961D}"/>
                </a:ext>
              </a:extLst>
            </p:cNvPr>
            <p:cNvSpPr/>
            <p:nvPr userDrawn="1"/>
          </p:nvSpPr>
          <p:spPr>
            <a:xfrm>
              <a:off x="4329645" y="2106824"/>
              <a:ext cx="1241429" cy="12411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4EFFE0-7781-6F4A-8329-190CB533253E}"/>
                </a:ext>
              </a:extLst>
            </p:cNvPr>
            <p:cNvSpPr/>
            <p:nvPr userDrawn="1"/>
          </p:nvSpPr>
          <p:spPr>
            <a:xfrm>
              <a:off x="5571073" y="2106824"/>
              <a:ext cx="1241028" cy="12411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</p:grpSp>
      <p:pic>
        <p:nvPicPr>
          <p:cNvPr id="6" name="Picture 5" descr="A close-up of a logo&#10;&#10;Description automatically generated">
            <a:extLst>
              <a:ext uri="{FF2B5EF4-FFF2-40B4-BE49-F238E27FC236}">
                <a16:creationId xmlns:a16="http://schemas.microsoft.com/office/drawing/2014/main" id="{25746FDC-B172-848D-40AE-03399FB3A205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857750" y="6066558"/>
            <a:ext cx="4286250" cy="723900"/>
          </a:xfrm>
          <a:prstGeom prst="rect">
            <a:avLst/>
          </a:prstGeom>
        </p:spPr>
      </p:pic>
      <p:pic>
        <p:nvPicPr>
          <p:cNvPr id="4" name="Espace réservé du contenu 5">
            <a:extLst>
              <a:ext uri="{FF2B5EF4-FFF2-40B4-BE49-F238E27FC236}">
                <a16:creationId xmlns:a16="http://schemas.microsoft.com/office/drawing/2014/main" id="{C6BB9584-8048-8FAF-5DB5-012BD3CA5CCF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l="7801" r="4207"/>
          <a:stretch/>
        </p:blipFill>
        <p:spPr>
          <a:xfrm>
            <a:off x="-2936" y="6180246"/>
            <a:ext cx="2667000" cy="73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374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2" r:id="rId3"/>
    <p:sldLayoutId id="2147483663" r:id="rId4"/>
    <p:sldLayoutId id="2147483664" r:id="rId5"/>
    <p:sldLayoutId id="2147483666" r:id="rId6"/>
    <p:sldLayoutId id="2147483667" r:id="rId7"/>
    <p:sldLayoutId id="2147483669" r:id="rId8"/>
  </p:sldLayoutIdLst>
  <p:txStyles>
    <p:titleStyle>
      <a:lvl1pPr algn="l" defTabSz="914175" rtl="0" eaLnBrk="1" latinLnBrk="0" hangingPunct="1">
        <a:lnSpc>
          <a:spcPct val="90000"/>
        </a:lnSpc>
        <a:spcBef>
          <a:spcPct val="0"/>
        </a:spcBef>
        <a:buNone/>
        <a:defRPr sz="44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0" indent="-228540" algn="l" defTabSz="914175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62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1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002" kern="1200">
          <a:solidFill>
            <a:schemeClr val="tx1"/>
          </a:solidFill>
          <a:latin typeface="+mn-lt"/>
          <a:ea typeface="+mn-ea"/>
          <a:cs typeface="+mn-cs"/>
        </a:defRPr>
      </a:lvl3pPr>
      <a:lvl4pPr marL="159980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8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0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3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9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QLS-MiCM/StatsInR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hyperlink" Target="mailto:workshop-micm@mcgill.ca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cgill.ca/micm/training/workshops-serie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emf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emf"/><Relationship Id="rId5" Type="http://schemas.openxmlformats.org/officeDocument/2006/relationships/image" Target="../media/image23.emf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emf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B119-6782-CBD8-8DCB-F8C750D63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68961"/>
            <a:ext cx="8515350" cy="1623768"/>
          </a:xfrm>
        </p:spPr>
        <p:txBody>
          <a:bodyPr>
            <a:noAutofit/>
          </a:bodyPr>
          <a:lstStyle/>
          <a:p>
            <a:r>
              <a:rPr lang="en-CA" sz="3200" b="1" dirty="0"/>
              <a:t>Workshop materials</a:t>
            </a:r>
            <a:br>
              <a:rPr lang="en-CA" sz="3200" dirty="0"/>
            </a:br>
            <a:r>
              <a:rPr lang="en-CA" sz="3200" dirty="0">
                <a:hlinkClick r:id="rId2"/>
              </a:rPr>
              <a:t>https://github.com/QLS-MiCM/StatsInR</a:t>
            </a:r>
            <a:r>
              <a:rPr lang="en-CA" sz="3200" dirty="0"/>
              <a:t> </a:t>
            </a:r>
            <a:br>
              <a:rPr lang="en-CA" sz="3200" dirty="0"/>
            </a:br>
            <a:r>
              <a:rPr lang="en-CA" sz="3200" dirty="0"/>
              <a:t>use ‘git clone’ command OR 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C65435-E321-F1CB-1294-E328B9D72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26265"/>
            <a:ext cx="5023413" cy="20000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0499DC-B646-041D-AB5B-5652FFE502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3655" y="3370006"/>
            <a:ext cx="2705866" cy="2507489"/>
          </a:xfrm>
          <a:prstGeom prst="rect">
            <a:avLst/>
          </a:prstGeom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C3049C4C-2759-E54C-A73F-83294D1CDA12}"/>
              </a:ext>
            </a:extLst>
          </p:cNvPr>
          <p:cNvSpPr/>
          <p:nvPr/>
        </p:nvSpPr>
        <p:spPr>
          <a:xfrm>
            <a:off x="4572000" y="3134731"/>
            <a:ext cx="208344" cy="47054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730DAE32-AB64-A8B6-158D-C7D97C079AE6}"/>
              </a:ext>
            </a:extLst>
          </p:cNvPr>
          <p:cNvSpPr/>
          <p:nvPr/>
        </p:nvSpPr>
        <p:spPr>
          <a:xfrm rot="16026986">
            <a:off x="5939266" y="5406929"/>
            <a:ext cx="208344" cy="47054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371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45C165F-BC2D-0A42-B582-A27AE4DB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471" y="2365738"/>
            <a:ext cx="5737058" cy="2126524"/>
          </a:xfrm>
        </p:spPr>
        <p:txBody>
          <a:bodyPr>
            <a:noAutofit/>
          </a:bodyPr>
          <a:lstStyle/>
          <a:p>
            <a:pPr algn="ctr"/>
            <a:r>
              <a:rPr lang="en-CA" sz="7200" dirty="0">
                <a:latin typeface="Helvetica"/>
                <a:cs typeface="Helvetica"/>
              </a:rPr>
              <a:t>Statistical Analysis in R</a:t>
            </a:r>
            <a:endParaRPr lang="en-CA" sz="7200" dirty="0">
              <a:latin typeface="Helvetica" pitchFamily="2" charset="0"/>
              <a:cs typeface="Helvetic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7E6C04-4051-B883-0FFD-0C104B795BCE}"/>
              </a:ext>
            </a:extLst>
          </p:cNvPr>
          <p:cNvSpPr txBox="1"/>
          <p:nvPr/>
        </p:nvSpPr>
        <p:spPr>
          <a:xfrm>
            <a:off x="0" y="5044561"/>
            <a:ext cx="4882896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2400" dirty="0">
                <a:latin typeface="Helvetica Light"/>
              </a:rPr>
              <a:t>Workshop Lead: Sameena Karsan</a:t>
            </a:r>
          </a:p>
          <a:p>
            <a:r>
              <a:rPr lang="en-CA" sz="2400" dirty="0">
                <a:latin typeface="Helvetica Light"/>
              </a:rPr>
              <a:t>October 19, 2026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D8008770-5BA1-55CE-818D-DC8603E44B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B9A8FF-F019-A5AC-416C-FE8E185F8B9F}"/>
              </a:ext>
            </a:extLst>
          </p:cNvPr>
          <p:cNvSpPr txBox="1"/>
          <p:nvPr/>
        </p:nvSpPr>
        <p:spPr>
          <a:xfrm rot="10800000" flipV="1">
            <a:off x="5182260" y="4998202"/>
            <a:ext cx="3770872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Slides are adapted from slides created by Adrien Osakwe for this workshop in May.</a:t>
            </a:r>
          </a:p>
        </p:txBody>
      </p:sp>
    </p:spTree>
    <p:extLst>
      <p:ext uri="{BB962C8B-B14F-4D97-AF65-F5344CB8AC3E}">
        <p14:creationId xmlns:p14="http://schemas.microsoft.com/office/powerpoint/2010/main" val="2389275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E12D43-9137-DB7C-570B-E48AB23088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4887" y="5287892"/>
            <a:ext cx="3224152" cy="6463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CA" sz="1800" dirty="0">
                <a:latin typeface="Helvetica" panose="020B0604020202020204" pitchFamily="34" charset="0"/>
                <a:cs typeface="Helvetica" panose="020B0604020202020204" pitchFamily="34" charset="0"/>
              </a:rPr>
              <a:t>Location: 550 Sherbrooke Street, Montreal, Quebec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92A9C4-6F5B-9A18-012E-5626D25E3582}"/>
              </a:ext>
            </a:extLst>
          </p:cNvPr>
          <p:cNvSpPr txBox="1"/>
          <p:nvPr/>
        </p:nvSpPr>
        <p:spPr>
          <a:xfrm>
            <a:off x="820547" y="1461827"/>
            <a:ext cx="750290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CA" sz="1800" dirty="0">
                <a:latin typeface="Helvetica" pitchFamily="2" charset="0"/>
              </a:rPr>
              <a:t>QLS-MiCM mission statement: d</a:t>
            </a:r>
            <a:r>
              <a:rPr lang="en-CA" sz="1800" b="0" i="0" dirty="0">
                <a:solidFill>
                  <a:srgbClr val="000000"/>
                </a:solidFill>
                <a:effectLst/>
                <a:latin typeface="Helvetica" pitchFamily="2" charset="0"/>
                <a:cs typeface="Calibri"/>
              </a:rPr>
              <a:t>eliver quality workshops designed to help biomedical researchers develop the skills they need to succeed.</a:t>
            </a:r>
            <a:endParaRPr lang="en-CA" sz="1800" dirty="0">
              <a:latin typeface="Helvetica" pitchFamily="2" charset="0"/>
              <a:cs typeface="Calibri"/>
            </a:endParaRPr>
          </a:p>
        </p:txBody>
      </p:sp>
      <p:pic>
        <p:nvPicPr>
          <p:cNvPr id="10" name="Picture 9" descr="A logo with a letter m&#10;&#10;Description automatically generated">
            <a:extLst>
              <a:ext uri="{FF2B5EF4-FFF2-40B4-BE49-F238E27FC236}">
                <a16:creationId xmlns:a16="http://schemas.microsoft.com/office/drawing/2014/main" id="{E494228A-9E5D-1800-FDEC-760556611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825" y="181659"/>
            <a:ext cx="3732349" cy="90074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74C1E59-2F37-F73C-4DFA-8971D19A54AE}"/>
              </a:ext>
            </a:extLst>
          </p:cNvPr>
          <p:cNvSpPr txBox="1"/>
          <p:nvPr/>
        </p:nvSpPr>
        <p:spPr>
          <a:xfrm>
            <a:off x="4373913" y="5288330"/>
            <a:ext cx="463229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CA" sz="1800" dirty="0">
                <a:latin typeface="Helvetica" panose="020B0604020202020204" pitchFamily="34" charset="0"/>
                <a:cs typeface="Helvetica" panose="020B0604020202020204" pitchFamily="34" charset="0"/>
              </a:rPr>
              <a:t>Scan the QR code to sign up </a:t>
            </a:r>
          </a:p>
          <a:p>
            <a:pPr algn="ctr"/>
            <a:r>
              <a:rPr lang="en-CA" sz="1800" dirty="0">
                <a:latin typeface="Helvetica" panose="020B0604020202020204" pitchFamily="34" charset="0"/>
                <a:cs typeface="Helvetica" panose="020B0604020202020204" pitchFamily="34" charset="0"/>
              </a:rPr>
              <a:t>for our </a:t>
            </a:r>
            <a:r>
              <a:rPr lang="en-CA" sz="1800" b="1" dirty="0">
                <a:latin typeface="Helvetica" panose="020B0604020202020204" pitchFamily="34" charset="0"/>
                <a:cs typeface="Helvetica" panose="020B0604020202020204" pitchFamily="34" charset="0"/>
              </a:rPr>
              <a:t>mailing list</a:t>
            </a:r>
            <a:endParaRPr lang="en-CA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D0C58-4777-B836-81EE-F027A53CFFAF}"/>
              </a:ext>
            </a:extLst>
          </p:cNvPr>
          <p:cNvSpPr txBox="1"/>
          <p:nvPr/>
        </p:nvSpPr>
        <p:spPr>
          <a:xfrm>
            <a:off x="238539" y="5934223"/>
            <a:ext cx="4596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CA" sz="1800" dirty="0">
                <a:latin typeface="Helvetica" panose="020B0604020202020204" pitchFamily="34" charset="0"/>
                <a:cs typeface="Helvetica" panose="020B0604020202020204" pitchFamily="34" charset="0"/>
              </a:rPr>
              <a:t>Contact: </a:t>
            </a:r>
            <a:r>
              <a:rPr lang="en-CA" sz="1800" dirty="0">
                <a:latin typeface="Helvetica" panose="020B0604020202020204" pitchFamily="34" charset="0"/>
                <a:cs typeface="Helvetica" panose="020B0604020202020204" pitchFamily="34" charset="0"/>
                <a:hlinkClick r:id="rId4"/>
              </a:rPr>
              <a:t>workshop-micm@mcgill.ca</a:t>
            </a:r>
            <a:r>
              <a:rPr lang="en-CA" sz="18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</a:p>
        </p:txBody>
      </p:sp>
      <p:pic>
        <p:nvPicPr>
          <p:cNvPr id="2" name="Picture 1" descr="A map of a city&#10;&#10;Description automatically generated">
            <a:extLst>
              <a:ext uri="{FF2B5EF4-FFF2-40B4-BE49-F238E27FC236}">
                <a16:creationId xmlns:a16="http://schemas.microsoft.com/office/drawing/2014/main" id="{0D7302FE-4674-2672-DBA9-50C4E86C9A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887" y="2649379"/>
            <a:ext cx="2868491" cy="235653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D96EC7-8E71-62EA-1401-5539468056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1320" y="2478906"/>
            <a:ext cx="2697480" cy="269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69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F2376-9E04-ED70-502E-4CB0F87AB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16AE1CEB-BA97-61DD-841E-10CAC5F24A90}"/>
              </a:ext>
            </a:extLst>
          </p:cNvPr>
          <p:cNvSpPr txBox="1"/>
          <p:nvPr/>
        </p:nvSpPr>
        <p:spPr>
          <a:xfrm>
            <a:off x="1647890" y="5377669"/>
            <a:ext cx="5848220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Helvetica" pitchFamily="2" charset="0"/>
                <a:hlinkClick r:id="rId3"/>
              </a:rPr>
              <a:t>https://www.mcgill.ca/micm/training/workshops-series</a:t>
            </a:r>
            <a:endParaRPr lang="en-US" dirty="0">
              <a:latin typeface="Helvetica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D96498-6607-422D-4649-CD2575F6D567}"/>
              </a:ext>
            </a:extLst>
          </p:cNvPr>
          <p:cNvSpPr txBox="1"/>
          <p:nvPr/>
        </p:nvSpPr>
        <p:spPr>
          <a:xfrm>
            <a:off x="2688482" y="1295601"/>
            <a:ext cx="376703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latin typeface="Helvetica" panose="020B0604020202020204" pitchFamily="34" charset="0"/>
                <a:cs typeface="Helvetica" panose="020B0604020202020204" pitchFamily="34" charset="0"/>
              </a:rPr>
              <a:t>Workshop Series</a:t>
            </a:r>
            <a:endParaRPr lang="en-US" sz="4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E76530-461F-E6D8-06B6-3E284F7564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890" y="2122319"/>
            <a:ext cx="5766521" cy="3019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951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469F5-1CB1-A0C5-A0AB-8C0E16D75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7BB53-9B9C-129F-A1E3-EEB13FE26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138" y="138412"/>
            <a:ext cx="7886700" cy="1325565"/>
          </a:xfrm>
        </p:spPr>
        <p:txBody>
          <a:bodyPr/>
          <a:lstStyle/>
          <a:p>
            <a:r>
              <a:rPr lang="en-US" sz="4400" dirty="0">
                <a:latin typeface="Helvetica"/>
                <a:cs typeface="Helvetica"/>
              </a:rPr>
              <a:t>Outline</a:t>
            </a:r>
            <a:endParaRPr lang="en-US" sz="4400" dirty="0">
              <a:latin typeface="Helvetica" pitchFamily="2" charset="0"/>
              <a:cs typeface="Helvetic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D0FD1-C3AF-4B3B-2756-C8EC565B0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343" y="1650355"/>
            <a:ext cx="5406895" cy="338781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342900" indent="-342900">
              <a:lnSpc>
                <a:spcPct val="109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CA" sz="3200" dirty="0">
                <a:latin typeface="Helvetica" pitchFamily="2" charset="0"/>
                <a:ea typeface="Arial" panose="020B0604020202020204" pitchFamily="34" charset="0"/>
                <a:cs typeface="Helvetica" pitchFamily="2" charset="0"/>
              </a:rPr>
              <a:t>Data Wrangling</a:t>
            </a:r>
          </a:p>
          <a:p>
            <a:pPr marL="342900" indent="-342900">
              <a:lnSpc>
                <a:spcPct val="109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CA" sz="3200" dirty="0">
                <a:latin typeface="Helvetica" pitchFamily="2" charset="0"/>
                <a:ea typeface="Arial" panose="020B0604020202020204" pitchFamily="34" charset="0"/>
                <a:cs typeface="Helvetica" pitchFamily="2" charset="0"/>
              </a:rPr>
              <a:t>Linear Regression Models</a:t>
            </a:r>
          </a:p>
          <a:p>
            <a:pPr marL="342900" indent="-342900">
              <a:lnSpc>
                <a:spcPct val="109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CA" sz="3200" dirty="0">
                <a:latin typeface="Helvetica" pitchFamily="2" charset="0"/>
                <a:ea typeface="Arial" panose="020B0604020202020204" pitchFamily="34" charset="0"/>
                <a:cs typeface="Helvetica" pitchFamily="2" charset="0"/>
              </a:rPr>
              <a:t>Logistic Regression Models</a:t>
            </a:r>
          </a:p>
          <a:p>
            <a:pPr marL="342900" indent="-342900">
              <a:lnSpc>
                <a:spcPct val="109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CA" sz="3200" dirty="0">
                <a:latin typeface="Helvetica" pitchFamily="2" charset="0"/>
                <a:ea typeface="Arial" panose="020B0604020202020204" pitchFamily="34" charset="0"/>
                <a:cs typeface="Helvetica" pitchFamily="2" charset="0"/>
              </a:rPr>
              <a:t>Statistical Testing</a:t>
            </a:r>
          </a:p>
          <a:p>
            <a:pPr marL="342900" indent="-342900">
              <a:lnSpc>
                <a:spcPct val="109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CA" sz="3200" dirty="0">
                <a:latin typeface="Helvetica" pitchFamily="2" charset="0"/>
                <a:ea typeface="Arial" panose="020B0604020202020204" pitchFamily="34" charset="0"/>
                <a:cs typeface="Helvetica" pitchFamily="2" charset="0"/>
              </a:rPr>
              <a:t>Study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578A04-C04F-7F80-6DED-12231FAA1A65}"/>
              </a:ext>
            </a:extLst>
          </p:cNvPr>
          <p:cNvSpPr txBox="1"/>
          <p:nvPr/>
        </p:nvSpPr>
        <p:spPr>
          <a:xfrm>
            <a:off x="5375469" y="3344262"/>
            <a:ext cx="362138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000" b="1" u="sng" dirty="0"/>
              <a:t>Acknowledgements</a:t>
            </a:r>
            <a:endParaRPr lang="en-CA" sz="2000" dirty="0"/>
          </a:p>
          <a:p>
            <a:pPr algn="ctr"/>
            <a:r>
              <a:rPr lang="en-CA" sz="2000" dirty="0"/>
              <a:t>Gerardo Martinez - McGill</a:t>
            </a:r>
          </a:p>
          <a:p>
            <a:pPr algn="ctr"/>
            <a:r>
              <a:rPr lang="en-CA" sz="2000" dirty="0"/>
              <a:t>Alex Diaz-</a:t>
            </a:r>
            <a:r>
              <a:rPr lang="en-CA" sz="2000" dirty="0" err="1"/>
              <a:t>Papkovich</a:t>
            </a:r>
            <a:r>
              <a:rPr lang="en-CA" sz="2000" dirty="0"/>
              <a:t> - Brown</a:t>
            </a:r>
          </a:p>
          <a:p>
            <a:pPr algn="ctr"/>
            <a:r>
              <a:rPr lang="en-CA" sz="2000" dirty="0"/>
              <a:t>Larisa Morales Soto - HMS</a:t>
            </a:r>
          </a:p>
          <a:p>
            <a:pPr algn="ctr"/>
            <a:r>
              <a:rPr lang="en-CA" sz="2000" dirty="0"/>
              <a:t>Lisa Sullivan  BUSPH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42620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1C9E1-74EF-A90A-DC4C-C0F9823CF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58" y="1973655"/>
            <a:ext cx="3464708" cy="2422980"/>
          </a:xfrm>
        </p:spPr>
        <p:txBody>
          <a:bodyPr>
            <a:normAutofit/>
          </a:bodyPr>
          <a:lstStyle/>
          <a:p>
            <a:r>
              <a:rPr lang="en-US" sz="4800" b="1" dirty="0"/>
              <a:t>Data Wrangling</a:t>
            </a:r>
            <a:endParaRPr lang="en-US" sz="4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65067-8301-83CF-6944-C733754CC10E}"/>
              </a:ext>
            </a:extLst>
          </p:cNvPr>
          <p:cNvSpPr txBox="1"/>
          <p:nvPr/>
        </p:nvSpPr>
        <p:spPr>
          <a:xfrm>
            <a:off x="4226410" y="2231721"/>
            <a:ext cx="4146115" cy="2586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objectives:</a:t>
            </a:r>
          </a:p>
          <a:p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Become familiar with the dplyr syntax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Create pipes with the operator </a:t>
            </a:r>
            <a:r>
              <a:rPr lang="en-US" i="1" dirty="0"/>
              <a:t>%&gt;%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Perform operations on data frames using dplyr and tidyr 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Examples for how to deal with missing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678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A2FE4-61F1-3554-8F3B-1705FD9D4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Split-Apply-Combine problem</a:t>
            </a:r>
          </a:p>
        </p:txBody>
      </p:sp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1C99CE6A-FBBF-26D0-BFD1-7E4127920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850" y="2042090"/>
            <a:ext cx="7226300" cy="314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607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16BF1-9540-6F86-3C8C-5D87158B4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Select</a:t>
            </a:r>
          </a:p>
        </p:txBody>
      </p:sp>
      <p:pic>
        <p:nvPicPr>
          <p:cNvPr id="5" name="Picture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59A23B08-BB67-1E47-2C87-F8A79EB94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058" y="1941052"/>
            <a:ext cx="4457700" cy="3657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93482B-6A9E-7CD7-33FB-23F7A99F6AD1}"/>
              </a:ext>
            </a:extLst>
          </p:cNvPr>
          <p:cNvSpPr txBox="1"/>
          <p:nvPr/>
        </p:nvSpPr>
        <p:spPr>
          <a:xfrm>
            <a:off x="3744091" y="-23670"/>
            <a:ext cx="68448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https://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swcarpentry.github.io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/r-novice-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gapminder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/13-dplyr/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index.html</a:t>
            </a:r>
            <a:endParaRPr 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2660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DE474-1991-C233-FDCC-453473EE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Group by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D999DF-7389-E19F-D735-27B03F947D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385" b="3895"/>
          <a:stretch/>
        </p:blipFill>
        <p:spPr>
          <a:xfrm>
            <a:off x="2411070" y="1506663"/>
            <a:ext cx="3967638" cy="45584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37B414-1590-8EBC-807A-B91807D305CC}"/>
              </a:ext>
            </a:extLst>
          </p:cNvPr>
          <p:cNvSpPr txBox="1"/>
          <p:nvPr/>
        </p:nvSpPr>
        <p:spPr>
          <a:xfrm>
            <a:off x="3744091" y="-23670"/>
            <a:ext cx="68448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https://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swcarpentry.github.io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/r-novice-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gapminder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/13-dplyr/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index.html</a:t>
            </a:r>
            <a:endParaRPr 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451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0EF8C-FABF-A1BD-478A-8DE25B3DF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EF89F-7684-26BA-3E79-00FD333A6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Summarize</a:t>
            </a:r>
          </a:p>
        </p:txBody>
      </p:sp>
      <p:pic>
        <p:nvPicPr>
          <p:cNvPr id="5" name="Picture 4" descr="Diagram, schematic&#10;&#10;Description automatically generated">
            <a:extLst>
              <a:ext uri="{FF2B5EF4-FFF2-40B4-BE49-F238E27FC236}">
                <a16:creationId xmlns:a16="http://schemas.microsoft.com/office/drawing/2014/main" id="{F7A096B2-B10F-9029-D72B-2284812AB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853" y="1449216"/>
            <a:ext cx="5494215" cy="48307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BE2CF9-8E8F-B0F9-71F6-1507F983FAA9}"/>
              </a:ext>
            </a:extLst>
          </p:cNvPr>
          <p:cNvSpPr txBox="1"/>
          <p:nvPr/>
        </p:nvSpPr>
        <p:spPr>
          <a:xfrm>
            <a:off x="3744091" y="-23670"/>
            <a:ext cx="68448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https://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swcarpentry.github.io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/r-novice-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gapminder</a:t>
            </a:r>
            <a:r>
              <a:rPr lang="en-US" sz="1400" i="1" dirty="0">
                <a:solidFill>
                  <a:schemeClr val="bg1">
                    <a:lumMod val="65000"/>
                  </a:schemeClr>
                </a:solidFill>
              </a:rPr>
              <a:t>/13-dplyr/</a:t>
            </a:r>
            <a:r>
              <a:rPr lang="en-US" sz="1400" i="1" dirty="0" err="1">
                <a:solidFill>
                  <a:schemeClr val="bg1">
                    <a:lumMod val="65000"/>
                  </a:schemeClr>
                </a:solidFill>
              </a:rPr>
              <a:t>index.html</a:t>
            </a:r>
            <a:endParaRPr 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75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829C6-AF7C-F5FE-CA8F-012778852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Managing Missing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61E82-8EB2-747B-1ECB-331F155BD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919" y="2038216"/>
            <a:ext cx="8831483" cy="3992194"/>
          </a:xfrm>
        </p:spPr>
        <p:txBody>
          <a:bodyPr>
            <a:normAutofit lnSpcReduction="10000"/>
          </a:bodyPr>
          <a:lstStyle/>
          <a:p>
            <a:r>
              <a:rPr lang="en-CA" dirty="0"/>
              <a:t>Most of the time, samples having missing entries</a:t>
            </a:r>
          </a:p>
          <a:p>
            <a:pPr lvl="1"/>
            <a:r>
              <a:rPr lang="en-CA" dirty="0"/>
              <a:t>Missed medical appointment</a:t>
            </a:r>
          </a:p>
          <a:p>
            <a:pPr lvl="1"/>
            <a:r>
              <a:rPr lang="en-CA" dirty="0"/>
              <a:t>Error with measuring instruments etc.</a:t>
            </a:r>
          </a:p>
          <a:p>
            <a:pPr lvl="1"/>
            <a:r>
              <a:rPr lang="en-CA" dirty="0"/>
              <a:t>Represented as </a:t>
            </a:r>
            <a:r>
              <a:rPr lang="en-CA" b="1" i="1" dirty="0"/>
              <a:t>NA</a:t>
            </a:r>
            <a:r>
              <a:rPr lang="en-CA" dirty="0"/>
              <a:t> in R</a:t>
            </a:r>
          </a:p>
          <a:p>
            <a:pPr marL="0" indent="0">
              <a:buNone/>
            </a:pPr>
            <a:r>
              <a:rPr lang="en-CA" dirty="0"/>
              <a:t>Simple Solution</a:t>
            </a:r>
          </a:p>
          <a:p>
            <a:pPr lvl="1"/>
            <a:r>
              <a:rPr lang="en-CA" dirty="0"/>
              <a:t>Drop samples with missing observations</a:t>
            </a:r>
          </a:p>
          <a:p>
            <a:pPr marL="0" indent="0">
              <a:buNone/>
            </a:pPr>
            <a:r>
              <a:rPr lang="en-CA" dirty="0"/>
              <a:t>More rigorous solutions</a:t>
            </a:r>
          </a:p>
          <a:p>
            <a:pPr lvl="1"/>
            <a:r>
              <a:rPr lang="en-CA" dirty="0"/>
              <a:t>Fill in with average/median of dataset or condition</a:t>
            </a:r>
          </a:p>
          <a:p>
            <a:pPr lvl="1"/>
            <a:r>
              <a:rPr lang="en-CA" dirty="0"/>
              <a:t>Train a model to ‘impute’ missing entries based on other features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294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AC9F6-0D74-E08A-3552-7AF2CF660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4B1C8-1646-AE27-3C1A-A40204A46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58" y="1973655"/>
            <a:ext cx="3464708" cy="2422980"/>
          </a:xfrm>
        </p:spPr>
        <p:txBody>
          <a:bodyPr>
            <a:normAutofit/>
          </a:bodyPr>
          <a:lstStyle/>
          <a:p>
            <a:r>
              <a:rPr lang="en-US" sz="4800" b="1" dirty="0"/>
              <a:t>Linear Regression</a:t>
            </a:r>
            <a:endParaRPr lang="en-US" sz="4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B67D0-C0F7-102E-19BC-D0599DFDDA36}"/>
              </a:ext>
            </a:extLst>
          </p:cNvPr>
          <p:cNvSpPr txBox="1"/>
          <p:nvPr/>
        </p:nvSpPr>
        <p:spPr>
          <a:xfrm>
            <a:off x="4226410" y="2231721"/>
            <a:ext cx="4146115" cy="1755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objectives:</a:t>
            </a:r>
          </a:p>
          <a:p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Understand the fundamental regression algorithms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a coefficient/effect size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5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3B483-6195-1F17-A514-2FF9FED95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829"/>
            <a:ext cx="7830207" cy="1280049"/>
          </a:xfrm>
        </p:spPr>
        <p:txBody>
          <a:bodyPr>
            <a:normAutofit/>
          </a:bodyPr>
          <a:lstStyle/>
          <a:p>
            <a:r>
              <a:rPr lang="en-CA" sz="4000" dirty="0"/>
              <a:t>The Classic Normal Linear Model</a:t>
            </a:r>
            <a:endParaRPr lang="en-US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B4E871-E104-6882-2745-47F74AF22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2136556"/>
            <a:ext cx="8221060" cy="332008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The fundamental model for statistics &amp; machine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Follow </a:t>
            </a:r>
            <a:r>
              <a:rPr lang="en-CA" b="1" dirty="0"/>
              <a:t>a Normal distribution</a:t>
            </a:r>
          </a:p>
          <a:p>
            <a:r>
              <a:rPr lang="en-CA" dirty="0"/>
              <a:t>Imagine a dataset with a dependent variable </a:t>
            </a:r>
            <a:r>
              <a:rPr lang="en-CA" b="1" i="1" dirty="0"/>
              <a:t>y</a:t>
            </a:r>
            <a:r>
              <a:rPr lang="en-CA" i="1" dirty="0"/>
              <a:t> </a:t>
            </a:r>
            <a:r>
              <a:rPr lang="en-CA" dirty="0"/>
              <a:t> and a set of descriptive features </a:t>
            </a:r>
            <a:r>
              <a:rPr lang="en-CA" b="1" i="1" dirty="0"/>
              <a:t>x</a:t>
            </a:r>
            <a:endParaRPr lang="en-CA" b="1" dirty="0"/>
          </a:p>
          <a:p>
            <a:r>
              <a:rPr lang="en-CA" dirty="0"/>
              <a:t>We want to learn what features in </a:t>
            </a:r>
            <a:r>
              <a:rPr lang="en-CA" i="1" dirty="0"/>
              <a:t>x</a:t>
            </a:r>
            <a:r>
              <a:rPr lang="en-CA" dirty="0"/>
              <a:t> are good predictors of </a:t>
            </a:r>
            <a:r>
              <a:rPr lang="en-CA" i="1" dirty="0"/>
              <a:t>y </a:t>
            </a:r>
            <a:r>
              <a:rPr lang="en-CA" dirty="0"/>
              <a:t>(what is their </a:t>
            </a:r>
            <a:r>
              <a:rPr lang="en-CA" b="1" dirty="0"/>
              <a:t>effect size/coefficient</a:t>
            </a:r>
            <a:r>
              <a:rPr lang="en-CA" dirty="0"/>
              <a:t> </a:t>
            </a:r>
            <a:r>
              <a:rPr lang="el-GR" dirty="0"/>
              <a:t>β</a:t>
            </a:r>
            <a:r>
              <a:rPr lang="en-CA" dirty="0"/>
              <a:t>)</a:t>
            </a:r>
            <a:endParaRPr lang="en-CA" b="1" dirty="0"/>
          </a:p>
          <a:p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FB85F6E-3A7D-A0E2-20D5-E34A32FAD6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4228" y="16829"/>
            <a:ext cx="2029772" cy="2002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5743EF-03EC-1477-8BCB-379D06A8F5D7}"/>
              </a:ext>
            </a:extLst>
          </p:cNvPr>
          <p:cNvSpPr txBox="1"/>
          <p:nvPr/>
        </p:nvSpPr>
        <p:spPr>
          <a:xfrm>
            <a:off x="7634108" y="1898891"/>
            <a:ext cx="16055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baseline="0" dirty="0">
                <a:latin typeface="HelveticaNeue"/>
              </a:rPr>
              <a:t>Credit: Wikipedia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F59D5C-871D-5D14-633C-B7793C5E3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84" y="5574271"/>
            <a:ext cx="2425700" cy="469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D7BE37-2D43-8569-BD39-3E91A5AA12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109" y="5519823"/>
            <a:ext cx="3200400" cy="520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1D85BF-F770-F9C7-C2BA-E0B0ABD16C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084" y="4821221"/>
            <a:ext cx="2108200" cy="431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0411CE-05E4-8356-0960-54A0148BBB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3109" y="4732321"/>
            <a:ext cx="24511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42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4940A-AE82-2B7C-E009-932282286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Model Assumptions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AE937-53A4-8003-E5EF-FBF5FDB7E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1926" y="1643432"/>
            <a:ext cx="5617743" cy="4346971"/>
          </a:xfrm>
        </p:spPr>
        <p:txBody>
          <a:bodyPr>
            <a:norm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en-US" b="0" i="0" u="none" strike="noStrike" baseline="0" dirty="0">
                <a:latin typeface="HelveticaNeue"/>
              </a:rPr>
              <a:t>Outcome is </a:t>
            </a:r>
            <a:r>
              <a:rPr lang="en-US" b="1" i="0" u="none" strike="noStrike" baseline="0" dirty="0">
                <a:latin typeface="HelveticaNeue-Bold"/>
              </a:rPr>
              <a:t>continuous </a:t>
            </a:r>
            <a:r>
              <a:rPr lang="en-US" b="0" i="0" u="none" strike="noStrike" baseline="0" dirty="0">
                <a:latin typeface="HelveticaNeue"/>
              </a:rPr>
              <a:t>and a </a:t>
            </a:r>
            <a:r>
              <a:rPr lang="en-US" b="1" i="0" u="none" strike="noStrike" baseline="0" dirty="0">
                <a:latin typeface="HelveticaNeue-Bold"/>
              </a:rPr>
              <a:t>linear combination of predictors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i="0" u="none" strike="noStrike" baseline="0" dirty="0">
                <a:latin typeface="HelveticaNeue-Bold"/>
              </a:rPr>
              <a:t>Outcome is such that 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b="0" i="0" u="none" strike="noStrike" baseline="0" dirty="0">
                <a:latin typeface="HelveticaNeue"/>
              </a:rPr>
              <a:t>Predictors must not be perfectly correlated (linear combination) ----- avoid</a:t>
            </a:r>
            <a:r>
              <a:rPr lang="en-US" b="0" i="0" u="none" strike="noStrike" dirty="0">
                <a:latin typeface="HelveticaNeue"/>
              </a:rPr>
              <a:t> multicollinearity</a:t>
            </a:r>
            <a:endParaRPr lang="en-US" b="0" i="0" u="none" strike="noStrike" baseline="0" dirty="0">
              <a:latin typeface="HelveticaNeue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b="0" i="0" u="none" strike="noStrike" baseline="0" dirty="0">
                <a:latin typeface="HelveticaNeue"/>
              </a:rPr>
              <a:t>For every observation </a:t>
            </a:r>
            <a:r>
              <a:rPr lang="en-US" i="1" dirty="0" err="1">
                <a:latin typeface="HelveticaNeue-Italic"/>
              </a:rPr>
              <a:t>i</a:t>
            </a:r>
            <a:r>
              <a:rPr lang="en-US" b="0" i="1" u="none" strike="noStrike" baseline="0" dirty="0">
                <a:latin typeface="HelveticaNeue-Italic"/>
              </a:rPr>
              <a:t>, </a:t>
            </a:r>
            <a:r>
              <a:rPr lang="en-US" b="0" i="0" u="none" strike="noStrike" baseline="0" dirty="0">
                <a:latin typeface="HelveticaNeue"/>
              </a:rPr>
              <a:t>the error is:</a:t>
            </a:r>
          </a:p>
          <a:p>
            <a:pPr marL="799988" lvl="1" indent="-342900">
              <a:buFont typeface="+mj-lt"/>
              <a:buAutoNum type="arabicPeriod"/>
            </a:pPr>
            <a:r>
              <a:rPr lang="en-US" sz="1800" b="1" i="0" u="none" strike="noStrike" baseline="0" dirty="0">
                <a:solidFill>
                  <a:schemeClr val="tx1"/>
                </a:solidFill>
                <a:latin typeface="HelveticaNeue-Bold"/>
              </a:rPr>
              <a:t>Normally distributed</a:t>
            </a:r>
          </a:p>
          <a:p>
            <a:pPr marL="799988" lvl="1" indent="-342900">
              <a:buFont typeface="+mj-lt"/>
              <a:buAutoNum type="arabicPeriod"/>
            </a:pPr>
            <a:r>
              <a:rPr lang="en-US" sz="1800" b="1" i="0" u="none" strike="noStrike" baseline="0" dirty="0">
                <a:solidFill>
                  <a:schemeClr val="tx1"/>
                </a:solidFill>
                <a:latin typeface="HelveticaNeue-Bold"/>
              </a:rPr>
              <a:t>Mean zero</a:t>
            </a:r>
          </a:p>
          <a:p>
            <a:pPr marL="799988" lvl="1" indent="-342900">
              <a:buFont typeface="+mj-lt"/>
              <a:buAutoNum type="arabicPeriod"/>
            </a:pPr>
            <a:r>
              <a:rPr lang="en-US" sz="1800" b="1" i="0" u="none" strike="noStrike" baseline="0" dirty="0" err="1">
                <a:solidFill>
                  <a:schemeClr val="tx1"/>
                </a:solidFill>
                <a:latin typeface="HelveticaNeue-Bold"/>
              </a:rPr>
              <a:t>Homoskedastic</a:t>
            </a:r>
            <a:r>
              <a:rPr lang="en-US" sz="1800" b="1" i="0" u="none" strike="noStrike" baseline="0" dirty="0">
                <a:solidFill>
                  <a:schemeClr val="tx1"/>
                </a:solidFill>
                <a:latin typeface="HelveticaNeue-Bold"/>
              </a:rPr>
              <a:t> </a:t>
            </a:r>
            <a:r>
              <a:rPr lang="en-US" sz="1800" b="0" i="0" u="none" strike="noStrike" baseline="0" dirty="0">
                <a:solidFill>
                  <a:schemeClr val="tx1"/>
                </a:solidFill>
                <a:latin typeface="HelveticaNeue"/>
              </a:rPr>
              <a:t>(same variance as other observations)</a:t>
            </a:r>
          </a:p>
          <a:p>
            <a:pPr marL="799988" lvl="1" indent="-342900">
              <a:buFont typeface="+mj-lt"/>
              <a:buAutoNum type="arabicPeriod"/>
            </a:pPr>
            <a:r>
              <a:rPr lang="en-US" sz="1800" b="1" i="0" u="none" strike="noStrike" baseline="0" dirty="0">
                <a:solidFill>
                  <a:schemeClr val="tx1"/>
                </a:solidFill>
                <a:latin typeface="HelveticaNeue-Bold"/>
              </a:rPr>
              <a:t>Independent </a:t>
            </a:r>
            <a:r>
              <a:rPr lang="en-US" sz="1800" b="0" i="0" u="none" strike="noStrike" baseline="0" dirty="0">
                <a:solidFill>
                  <a:schemeClr val="tx1"/>
                </a:solidFill>
                <a:latin typeface="HelveticaNeue"/>
              </a:rPr>
              <a:t>(not correlated)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A73075-F2D9-CE3F-C798-B1BD8E866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2116" y="2406953"/>
            <a:ext cx="2589705" cy="3699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54DC27-2823-3B42-88CE-1679E5CFDF77}"/>
              </a:ext>
            </a:extLst>
          </p:cNvPr>
          <p:cNvSpPr txBox="1"/>
          <p:nvPr/>
        </p:nvSpPr>
        <p:spPr>
          <a:xfrm>
            <a:off x="5973268" y="2865263"/>
            <a:ext cx="8971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Why?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973FBB-EF36-2B3D-00B7-92A7D99C6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967" y="3415281"/>
            <a:ext cx="2589705" cy="4365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706C6DA-A9FD-07E9-B676-D1102CEED1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8867" y="3998742"/>
            <a:ext cx="3064641" cy="2451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6F1DBD-7B82-72CE-4DF5-9C4B1E2FCF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9669" y="4290767"/>
            <a:ext cx="2839003" cy="2389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64BCE49-FACE-F889-D271-A8801B938E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9669" y="4582169"/>
            <a:ext cx="2426192" cy="23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663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FBBB1-49BC-1FE0-17E4-8E082CF55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Model Fitting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F0D39-2848-DE9F-D2ED-AF4FACF6A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3963057"/>
            <a:ext cx="7886700" cy="805561"/>
          </a:xfrm>
        </p:spPr>
        <p:txBody>
          <a:bodyPr>
            <a:normAutofit fontScale="92500" lnSpcReduction="10000"/>
          </a:bodyPr>
          <a:lstStyle/>
          <a:p>
            <a:r>
              <a:rPr lang="en-CA" dirty="0"/>
              <a:t>Machine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b="1" dirty="0"/>
              <a:t>Ordinary Least Square 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EC3CF57-CD80-2E1B-6155-4047BD72AFC6}"/>
                  </a:ext>
                </a:extLst>
              </p:cNvPr>
              <p:cNvSpPr txBox="1"/>
              <p:nvPr/>
            </p:nvSpPr>
            <p:spPr>
              <a:xfrm>
                <a:off x="900675" y="5434440"/>
                <a:ext cx="1525033" cy="5841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CA" sz="3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CA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CA" sz="3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sz="36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r>
                        <a:rPr lang="en-CA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EC3CF57-CD80-2E1B-6155-4047BD72A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675" y="5434440"/>
                <a:ext cx="1525033" cy="584134"/>
              </a:xfrm>
              <a:prstGeom prst="rect">
                <a:avLst/>
              </a:prstGeom>
              <a:blipFill>
                <a:blip r:embed="rId2"/>
                <a:stretch>
                  <a:fillRect l="-7438" t="-17021" r="-1653" b="-3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42B8C2-83AA-470D-B24F-E64C78505830}"/>
                  </a:ext>
                </a:extLst>
              </p:cNvPr>
              <p:cNvSpPr txBox="1"/>
              <p:nvPr/>
            </p:nvSpPr>
            <p:spPr>
              <a:xfrm>
                <a:off x="900675" y="4768618"/>
                <a:ext cx="229037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CA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36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CA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CA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sz="36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42B8C2-83AA-470D-B24F-E64C78505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675" y="4768618"/>
                <a:ext cx="2290371" cy="553998"/>
              </a:xfrm>
              <a:prstGeom prst="rect">
                <a:avLst/>
              </a:prstGeom>
              <a:blipFill>
                <a:blip r:embed="rId3"/>
                <a:stretch>
                  <a:fillRect l="-4972" r="-110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3DFCD7-B910-C7E4-E471-D8F9C021270E}"/>
                  </a:ext>
                </a:extLst>
              </p:cNvPr>
              <p:cNvSpPr txBox="1"/>
              <p:nvPr/>
            </p:nvSpPr>
            <p:spPr>
              <a:xfrm>
                <a:off x="4193461" y="4757536"/>
                <a:ext cx="4321889" cy="1001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sz="3200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CA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CA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CA" sz="3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CA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CA" sz="3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CA" sz="32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CA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sz="32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ctrlPr>
                                        <a:rPr lang="en-CA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CA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CA" sz="3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CA" sz="32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CA" sz="3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  <m:r>
                                        <a:rPr lang="en-CA" sz="3200" i="1">
                                          <a:latin typeface="Cambria Math" panose="02040503050406030204" pitchFamily="18" charset="0"/>
                                        </a:rPr>
                                        <m:t> −</m:t>
                                      </m:r>
                                      <m:sSub>
                                        <m:sSubPr>
                                          <m:ctrlPr>
                                            <a:rPr lang="en-CA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CA" sz="32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CA" sz="3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CA" sz="3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n-CA" sz="3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3DFCD7-B910-C7E4-E471-D8F9C0212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3461" y="4757536"/>
                <a:ext cx="4321889" cy="1001749"/>
              </a:xfrm>
              <a:prstGeom prst="rect">
                <a:avLst/>
              </a:prstGeom>
              <a:blipFill>
                <a:blip r:embed="rId4"/>
                <a:stretch>
                  <a:fillRect l="-1760" t="-77500" r="-293" b="-7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FB5BD70-844F-D169-E432-1CFF7F8DEB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2636122"/>
            <a:ext cx="8054127" cy="5837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C10591-AB59-21C6-19CF-784EFD9D18B2}"/>
              </a:ext>
            </a:extLst>
          </p:cNvPr>
          <p:cNvSpPr txBox="1"/>
          <p:nvPr/>
        </p:nvSpPr>
        <p:spPr>
          <a:xfrm>
            <a:off x="628650" y="1781601"/>
            <a:ext cx="4301114" cy="10465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200" dirty="0"/>
              <a:t>Probabilistic Approach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Maximum Likelihood Estimation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7265BE-AA5A-8049-56EC-7F53C00D11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3277555"/>
            <a:ext cx="1315764" cy="418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858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B04AE-C153-B8BB-73C0-41BFE1EBB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Extensions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EC002-04BF-F33E-9DF5-E426A4ABE1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 sz="1800" b="0" i="0" u="none" strike="noStrike" baseline="0" dirty="0">
                <a:latin typeface="HelveticaNeue"/>
              </a:rPr>
              <a:t>More than Normal distribution! However, if we lose the normality for error term (residual), we will fail to do hypothesis tests.</a:t>
            </a:r>
          </a:p>
          <a:p>
            <a:pPr algn="l"/>
            <a:r>
              <a:rPr lang="en-US" sz="1800" b="0" i="0" u="none" strike="noStrike" baseline="0" dirty="0">
                <a:latin typeface="HelveticaNeue"/>
              </a:rPr>
              <a:t>Interaction effects</a:t>
            </a:r>
          </a:p>
          <a:p>
            <a:pPr algn="l"/>
            <a:r>
              <a:rPr lang="en-US" sz="1800" b="0" i="0" u="none" strike="noStrike" baseline="0" dirty="0">
                <a:latin typeface="HelveticaNeue"/>
              </a:rPr>
              <a:t>• Outcomes depend on interactions of (e.g.) age*sex</a:t>
            </a:r>
          </a:p>
          <a:p>
            <a:pPr algn="l"/>
            <a:endParaRPr lang="en-US" sz="1800" dirty="0">
              <a:latin typeface="HelveticaNeue"/>
            </a:endParaRPr>
          </a:p>
          <a:p>
            <a:pPr algn="l"/>
            <a:r>
              <a:rPr lang="en-US" sz="1800" b="0" i="0" u="none" strike="noStrike" baseline="0" dirty="0">
                <a:latin typeface="HelveticaNeue"/>
              </a:rPr>
              <a:t>Popular Models for Different Types of Data</a:t>
            </a:r>
          </a:p>
          <a:p>
            <a:pPr algn="l"/>
            <a:r>
              <a:rPr lang="en-US" sz="1800" b="1" i="0" u="none" strike="noStrike" baseline="0" dirty="0">
                <a:latin typeface="HelveticaNeue"/>
              </a:rPr>
              <a:t>• Multivariate regression (multiple, correlated outcomes)</a:t>
            </a:r>
          </a:p>
          <a:p>
            <a:pPr algn="l"/>
            <a:r>
              <a:rPr lang="en-US" sz="1800" b="1" i="0" u="none" strike="noStrike" baseline="0" dirty="0">
                <a:latin typeface="HelveticaNeue"/>
              </a:rPr>
              <a:t>• Logistic regression (Binary outcomes like healthy vs. disease)</a:t>
            </a:r>
          </a:p>
          <a:p>
            <a:pPr algn="l"/>
            <a:r>
              <a:rPr lang="en-US" sz="1800" b="0" i="0" u="none" strike="noStrike" baseline="0" dirty="0">
                <a:latin typeface="HelveticaNeue"/>
              </a:rPr>
              <a:t>• Multinomial/Poisson regression (Count data)</a:t>
            </a:r>
          </a:p>
          <a:p>
            <a:pPr algn="l"/>
            <a:r>
              <a:rPr lang="en-US" sz="1800" b="0" i="0" u="none" strike="noStrike" baseline="0" dirty="0">
                <a:latin typeface="HelveticaNeue"/>
              </a:rPr>
              <a:t>• ARIMA (Time series—data correlated over time)</a:t>
            </a:r>
          </a:p>
        </p:txBody>
      </p:sp>
    </p:spTree>
    <p:extLst>
      <p:ext uri="{BB962C8B-B14F-4D97-AF65-F5344CB8AC3E}">
        <p14:creationId xmlns:p14="http://schemas.microsoft.com/office/powerpoint/2010/main" val="760899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32062-DF80-A242-BE77-F8F93B200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09D81-DC66-0052-4E5D-5CA346BD1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58" y="1973655"/>
            <a:ext cx="3464708" cy="2422980"/>
          </a:xfrm>
        </p:spPr>
        <p:txBody>
          <a:bodyPr>
            <a:normAutofit/>
          </a:bodyPr>
          <a:lstStyle/>
          <a:p>
            <a:r>
              <a:rPr lang="en-US" sz="4800" b="1" dirty="0"/>
              <a:t>Logistic Regression</a:t>
            </a:r>
            <a:endParaRPr lang="en-US" sz="4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435A4C-FFC7-0300-8B40-724EB798C19F}"/>
              </a:ext>
            </a:extLst>
          </p:cNvPr>
          <p:cNvSpPr txBox="1"/>
          <p:nvPr/>
        </p:nvSpPr>
        <p:spPr>
          <a:xfrm>
            <a:off x="4226410" y="2231721"/>
            <a:ext cx="4146115" cy="2309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objectives:</a:t>
            </a:r>
          </a:p>
          <a:p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a logistic function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How LR extends the linear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to do when we have more than 2 categories</a:t>
            </a:r>
          </a:p>
          <a:p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639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7EB2B-3C6B-C6BA-70B7-CF586E95E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97810-F5C1-FC08-EAFC-DFFC54E96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300" y="1181470"/>
            <a:ext cx="7886700" cy="3320082"/>
          </a:xfrm>
        </p:spPr>
        <p:txBody>
          <a:bodyPr>
            <a:normAutofit/>
          </a:bodyPr>
          <a:lstStyle/>
          <a:p>
            <a:r>
              <a:rPr lang="en-CA" dirty="0"/>
              <a:t>Linear Regression could be used to predict counts (technically) BUT it has many flaws</a:t>
            </a:r>
          </a:p>
          <a:p>
            <a:pPr marL="342900" indent="-342900">
              <a:buFontTx/>
              <a:buChar char="-"/>
            </a:pPr>
            <a:r>
              <a:rPr lang="en-CA" dirty="0"/>
              <a:t>Formulation isn’t bounded (0,1)</a:t>
            </a:r>
          </a:p>
          <a:p>
            <a:pPr marL="342900" indent="-342900">
              <a:buFontTx/>
              <a:buChar char="-"/>
            </a:pPr>
            <a:r>
              <a:rPr lang="en-CA" dirty="0"/>
              <a:t>Impractical for predicting categories</a:t>
            </a:r>
          </a:p>
          <a:p>
            <a:endParaRPr lang="en-CA" dirty="0"/>
          </a:p>
          <a:p>
            <a:r>
              <a:rPr lang="en-CA" dirty="0"/>
              <a:t>If we have binary outcomes (0 or 1), logistic regression is a better option!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585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7487D-A53F-301D-6ED7-D6DCC9143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031" y="186607"/>
            <a:ext cx="9453390" cy="626617"/>
          </a:xfrm>
        </p:spPr>
        <p:txBody>
          <a:bodyPr>
            <a:noAutofit/>
          </a:bodyPr>
          <a:lstStyle/>
          <a:p>
            <a:r>
              <a:rPr lang="en-CA" sz="3400" dirty="0"/>
              <a:t>Logistic Regression (Generalized Linear Model)</a:t>
            </a:r>
            <a:endParaRPr lang="en-US" sz="3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4FF94-08DE-552A-61A1-9B0324292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341" y="1183614"/>
            <a:ext cx="4009659" cy="188755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Sigmoid/Logistic function provides us with a bounded output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Range is also easy to interpret as a probability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2735F43-D567-9694-F480-5B042E5B51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16" r="6932"/>
          <a:stretch/>
        </p:blipFill>
        <p:spPr bwMode="auto">
          <a:xfrm>
            <a:off x="4582065" y="925828"/>
            <a:ext cx="4459608" cy="3381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2382CA-2C5C-D6E4-0543-844183C4EFC7}"/>
              </a:ext>
            </a:extLst>
          </p:cNvPr>
          <p:cNvSpPr txBox="1"/>
          <p:nvPr/>
        </p:nvSpPr>
        <p:spPr>
          <a:xfrm>
            <a:off x="533572" y="3223541"/>
            <a:ext cx="24296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Default link function: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3D417E-080B-235C-9987-6C9669C20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20" y="4463295"/>
            <a:ext cx="1842233" cy="5765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27D7B0-D628-4822-AD83-3875090F3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20" y="4126462"/>
            <a:ext cx="2537445" cy="3108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867C79B-D27C-2350-7431-02C4A7D39D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220" y="3711018"/>
            <a:ext cx="2117338" cy="3108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1E39FF-C01F-5193-9533-A4EFDCA81A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770" y="5134803"/>
            <a:ext cx="4832131" cy="30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8649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01E13-3643-4136-1A62-EACB98393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765568"/>
            <a:ext cx="7886700" cy="529335"/>
          </a:xfrm>
        </p:spPr>
        <p:txBody>
          <a:bodyPr>
            <a:noAutofit/>
          </a:bodyPr>
          <a:lstStyle/>
          <a:p>
            <a:r>
              <a:rPr lang="en-US" sz="4400" dirty="0"/>
              <a:t>More than two categories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020B8-EBB2-8630-71B9-8BAB6E454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675457"/>
            <a:ext cx="7886700" cy="3320082"/>
          </a:xfrm>
        </p:spPr>
        <p:txBody>
          <a:bodyPr/>
          <a:lstStyle/>
          <a:p>
            <a:r>
              <a:rPr lang="en-US" dirty="0"/>
              <a:t>Poisson and negative binomial models are good options.</a:t>
            </a:r>
          </a:p>
        </p:txBody>
      </p:sp>
      <p:pic>
        <p:nvPicPr>
          <p:cNvPr id="5" name="Picture 4" descr="A math equations and formulas&#10;&#10;Description automatically generated with medium confidence">
            <a:extLst>
              <a:ext uri="{FF2B5EF4-FFF2-40B4-BE49-F238E27FC236}">
                <a16:creationId xmlns:a16="http://schemas.microsoft.com/office/drawing/2014/main" id="{B6835C4C-A5C3-CA60-BE68-BF18EB541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1634"/>
            <a:ext cx="3727062" cy="2830325"/>
          </a:xfrm>
          <a:prstGeom prst="rect">
            <a:avLst/>
          </a:prstGeom>
        </p:spPr>
      </p:pic>
      <p:pic>
        <p:nvPicPr>
          <p:cNvPr id="7" name="Picture 6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7EA3623E-C1C7-D1BE-B3D9-839BC6315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126" y="2461634"/>
            <a:ext cx="5500874" cy="283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4411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DC832-78B4-B3F3-3CC1-27CE403E4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712EA-ADF1-A757-3E7A-1A03D5495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58" y="1973655"/>
            <a:ext cx="3464708" cy="2422980"/>
          </a:xfrm>
        </p:spPr>
        <p:txBody>
          <a:bodyPr>
            <a:normAutofit/>
          </a:bodyPr>
          <a:lstStyle/>
          <a:p>
            <a:r>
              <a:rPr lang="en-US" sz="4800" b="1" dirty="0"/>
              <a:t>Statistical Testing</a:t>
            </a:r>
            <a:endParaRPr lang="en-US" sz="4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6E95BD-0DBD-68C6-D65F-AEF590CB77AC}"/>
              </a:ext>
            </a:extLst>
          </p:cNvPr>
          <p:cNvSpPr txBox="1"/>
          <p:nvPr/>
        </p:nvSpPr>
        <p:spPr>
          <a:xfrm>
            <a:off x="4226410" y="2231721"/>
            <a:ext cx="4616648" cy="2309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objectives: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Understand the formulation an assumption of standard statistical tests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Understand the interpretation of a p-value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Considerations when designing an experiment</a:t>
            </a:r>
          </a:p>
          <a:p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2381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A6FF2-FBE2-ECB8-9280-86B1AC41C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Hypothesis Tests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FFC6A-938B-0A41-DFA2-95110E417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770" y="1880561"/>
            <a:ext cx="8947230" cy="410655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b="1" dirty="0"/>
              <a:t>Goal</a:t>
            </a:r>
          </a:p>
          <a:p>
            <a:r>
              <a:rPr lang="en-CA" dirty="0"/>
              <a:t>With a selected significant level, if two datasets show heterogeneity</a:t>
            </a:r>
            <a:endParaRPr lang="en-CA" b="1" dirty="0"/>
          </a:p>
          <a:p>
            <a:r>
              <a:rPr lang="en-CA" dirty="0"/>
              <a:t>How to approach this by using </a:t>
            </a:r>
            <a:r>
              <a:rPr lang="en-CA" b="1" dirty="0"/>
              <a:t>test statistics</a:t>
            </a:r>
            <a:endParaRPr lang="en-CA" dirty="0"/>
          </a:p>
          <a:p>
            <a:pPr marL="0" indent="0">
              <a:buNone/>
            </a:pPr>
            <a:r>
              <a:rPr lang="en-CA" b="1" dirty="0"/>
              <a:t>Many Types of Tests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Parametric tests – </a:t>
            </a:r>
            <a:r>
              <a:rPr lang="en-CA" b="1" dirty="0"/>
              <a:t>make assumptions on the data distribution</a:t>
            </a:r>
          </a:p>
          <a:p>
            <a:pPr marL="799988" lvl="1" indent="-342900">
              <a:buFont typeface="Arial" panose="020B0604020202020204" pitchFamily="34" charset="0"/>
              <a:buChar char="•"/>
            </a:pPr>
            <a:r>
              <a:rPr lang="en-CA" dirty="0"/>
              <a:t>Z-score vs. t-test</a:t>
            </a:r>
          </a:p>
          <a:p>
            <a:pPr marL="799988" lvl="1" indent="-342900">
              <a:buFont typeface="Arial" panose="020B0604020202020204" pitchFamily="34" charset="0"/>
              <a:buChar char="•"/>
            </a:pPr>
            <a:r>
              <a:rPr lang="en-CA" dirty="0"/>
              <a:t>ANOVA (F-test)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Non-parametric – </a:t>
            </a:r>
            <a:r>
              <a:rPr lang="en-CA" b="1" dirty="0"/>
              <a:t>does not make assumptions on data dist.</a:t>
            </a:r>
            <a:endParaRPr lang="en-CA" dirty="0"/>
          </a:p>
          <a:p>
            <a:pPr marL="799988" lvl="1" indent="-342900">
              <a:buFont typeface="Arial" panose="020B0604020202020204" pitchFamily="34" charset="0"/>
              <a:buChar char="•"/>
            </a:pPr>
            <a:r>
              <a:rPr lang="en-CA" dirty="0"/>
              <a:t>Permutation test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3576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0F0E6-2174-65E3-61C8-1E3952EA8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Hypothesis Formulation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64017-5C25-395A-C218-6F3057E71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401392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b="1" dirty="0"/>
              <a:t>Null Hypothesis</a:t>
            </a:r>
          </a:p>
          <a:p>
            <a:r>
              <a:rPr lang="en-CA" dirty="0"/>
              <a:t>Effect size is 0</a:t>
            </a:r>
          </a:p>
          <a:p>
            <a:r>
              <a:rPr lang="en-CA" dirty="0"/>
              <a:t>Difference between conditions is 0</a:t>
            </a:r>
            <a:endParaRPr lang="en-CA" b="1" dirty="0"/>
          </a:p>
          <a:p>
            <a:pPr marL="0" indent="0">
              <a:buNone/>
            </a:pPr>
            <a:r>
              <a:rPr lang="en-CA" b="1" dirty="0"/>
              <a:t>Alternative Hypothesis</a:t>
            </a:r>
          </a:p>
          <a:p>
            <a:r>
              <a:rPr lang="en-CA" dirty="0"/>
              <a:t>Effect size is NOT 0</a:t>
            </a:r>
          </a:p>
          <a:p>
            <a:r>
              <a:rPr lang="en-CA" dirty="0"/>
              <a:t>Difference between conditions is NOT 0 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dirty="0"/>
              <a:t>We </a:t>
            </a:r>
            <a:r>
              <a:rPr lang="en-CA" b="1" dirty="0"/>
              <a:t>accept or reject </a:t>
            </a:r>
            <a:r>
              <a:rPr lang="en-CA" dirty="0"/>
              <a:t>the null based on the generated </a:t>
            </a:r>
            <a:r>
              <a:rPr lang="en-CA" b="1" dirty="0"/>
              <a:t>p-value (&lt; 0.05 – this is self-selected)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331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58E1D-DD59-FACD-D3A5-2737446A2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Understanding Significance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C6801D-549D-5394-4340-494BB3B7E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341" y="2243014"/>
            <a:ext cx="7886700" cy="3787395"/>
          </a:xfrm>
        </p:spPr>
        <p:txBody>
          <a:bodyPr/>
          <a:lstStyle/>
          <a:p>
            <a:r>
              <a:rPr lang="en-CA" dirty="0"/>
              <a:t>Statistical significance </a:t>
            </a:r>
            <a:r>
              <a:rPr lang="en-CA" b="1" dirty="0"/>
              <a:t>DOES NOT </a:t>
            </a:r>
            <a:r>
              <a:rPr lang="en-CA" dirty="0"/>
              <a:t>imply causality</a:t>
            </a:r>
          </a:p>
          <a:p>
            <a:endParaRPr lang="en-US" dirty="0"/>
          </a:p>
          <a:p>
            <a:r>
              <a:rPr lang="en-US" dirty="0"/>
              <a:t>It is a measurement of the likelihood of the observed data happening by chance. </a:t>
            </a:r>
          </a:p>
          <a:p>
            <a:endParaRPr lang="en-US" dirty="0"/>
          </a:p>
          <a:p>
            <a:r>
              <a:rPr lang="en-US" dirty="0"/>
              <a:t>A p-value tells us the probability of seeing the observation </a:t>
            </a:r>
            <a:r>
              <a:rPr lang="en-US" b="1" dirty="0"/>
              <a:t>if the null hypothesis is true.</a:t>
            </a:r>
          </a:p>
          <a:p>
            <a:endParaRPr lang="en-US" b="1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466135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FE83C-4339-CFD3-E0C7-3B99630C9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D72E7-E3A8-4148-D4B9-5ECF45C27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Z-score Test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F480B-A5C2-A9C5-8FB3-9E87F1ADED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Based on the Normal Distribution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Generate a Z-score from our effect size estimate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Used when you know your data follows a normal distribution or data size is large so that you can approximate a Normal distribution (central limit theorem)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Compare to Normal(0,1) distribution</a:t>
            </a:r>
          </a:p>
          <a:p>
            <a:pPr marL="799988" lvl="1" indent="-3429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tx1"/>
                </a:solidFill>
              </a:rPr>
              <a:t>One-tail or Two-tail</a:t>
            </a:r>
          </a:p>
          <a:p>
            <a:pPr lvl="1"/>
            <a:endParaRPr lang="en-CA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2189C1-2B9B-3BAF-AC48-33996EC79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691" y="61247"/>
            <a:ext cx="4572001" cy="21778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C1E23C-2B51-011D-40CC-9FC313739AFB}"/>
              </a:ext>
            </a:extLst>
          </p:cNvPr>
          <p:cNvSpPr txBox="1"/>
          <p:nvPr/>
        </p:nvSpPr>
        <p:spPr>
          <a:xfrm>
            <a:off x="7224675" y="2239126"/>
            <a:ext cx="19923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HelveticaNeue"/>
              </a:rPr>
              <a:t>Credit: Wikipedia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764FB8-5095-9198-65EA-E1B4493B9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4081" y="5245241"/>
            <a:ext cx="1740940" cy="935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3982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E940C-23E7-F799-EFB7-AB2CF1FC0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t-test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A07AE36-5E06-9DEF-ECA1-F930F4750B7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18766" y="2243015"/>
                <a:ext cx="4835199" cy="3871182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CA" dirty="0"/>
                  <a:t>Based on the student t distribution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CA" dirty="0"/>
                  <a:t>Defined by degrees of freedom (</a:t>
                </a:r>
                <a:r>
                  <a:rPr lang="en-CA" dirty="0" err="1"/>
                  <a:t>d.f</a:t>
                </a:r>
                <a:r>
                  <a:rPr lang="en-CA" dirty="0"/>
                  <a:t>)  </a:t>
                </a:r>
              </a:p>
              <a:p>
                <a:pPr marL="799988" lvl="1" indent="-342900">
                  <a:buFont typeface="Arial" panose="020B0604020202020204" pitchFamily="34" charset="0"/>
                  <a:buChar char="•"/>
                </a:pPr>
                <a:r>
                  <a:rPr lang="en-CA" dirty="0">
                    <a:solidFill>
                      <a:schemeClr val="tx1"/>
                    </a:solidFill>
                  </a:rPr>
                  <a:t>n-1 </a:t>
                </a:r>
                <a:r>
                  <a:rPr lang="en-CA" dirty="0" err="1">
                    <a:solidFill>
                      <a:schemeClr val="tx1"/>
                    </a:solidFill>
                  </a:rPr>
                  <a:t>d.f.</a:t>
                </a:r>
                <a:r>
                  <a:rPr lang="en-CA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CA" dirty="0"/>
                  <a:t>More appropriate for smaller sample sizes (most cases)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CA" dirty="0"/>
                  <a:t>Use our sample mean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bar>
                  </m:oMath>
                </a14:m>
                <a:r>
                  <a:rPr lang="en-CA" dirty="0"/>
                  <a:t>and sample </a:t>
                </a:r>
                <a:r>
                  <a:rPr lang="en-CA" dirty="0" err="1"/>
                  <a:t>s.d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CA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  <m:r>
                      <a:rPr lang="en-CA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dirty="0"/>
                  <a:t>to calculate test statistic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CA" dirty="0"/>
                  <a:t>Value of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depends on your null hypothesis</a:t>
                </a:r>
              </a:p>
              <a:p>
                <a:pPr marL="799988" lvl="1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One-Sample - 0</a:t>
                </a:r>
              </a:p>
              <a:p>
                <a:pPr marL="799988" lvl="1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</a:rPr>
                  <a:t>Two-sample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0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A07AE36-5E06-9DEF-ECA1-F930F4750B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18766" y="2243015"/>
                <a:ext cx="4835199" cy="3871182"/>
              </a:xfrm>
              <a:blipFill>
                <a:blip r:embed="rId2"/>
                <a:stretch>
                  <a:fillRect l="-1637" t="-2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BD6C73A-E57A-0EAA-D8D8-3AC5B3760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576" y="0"/>
            <a:ext cx="3887658" cy="31094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8A652C7-EA41-0996-24A1-EC0E79950547}"/>
                  </a:ext>
                </a:extLst>
              </p:cNvPr>
              <p:cNvSpPr txBox="1"/>
              <p:nvPr/>
            </p:nvSpPr>
            <p:spPr>
              <a:xfrm>
                <a:off x="5249705" y="4374106"/>
                <a:ext cx="2631105" cy="8842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ar>
                            <m:barPr>
                              <m:pos m:val="top"/>
                              <m:ctrlP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ba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CA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CA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ar>
                            <m:barPr>
                              <m:pos m:val="top"/>
                              <m:ctrlP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ba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acc>
                            <m:accPr>
                              <m:chr m:val="̂"/>
                              <m:ctrlP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sz="2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/√</m:t>
                          </m:r>
                          <m:r>
                            <a:rPr lang="en-CA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8A652C7-EA41-0996-24A1-EC0E79950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9705" y="4374106"/>
                <a:ext cx="2631105" cy="8842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3CB9418-4352-4A18-14DA-D2210AD640F5}"/>
              </a:ext>
            </a:extLst>
          </p:cNvPr>
          <p:cNvSpPr txBox="1"/>
          <p:nvPr/>
        </p:nvSpPr>
        <p:spPr>
          <a:xfrm>
            <a:off x="7216538" y="3039917"/>
            <a:ext cx="19923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HelveticaNeue"/>
              </a:rPr>
              <a:t>Credit: Wikipedia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2046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2392C-D5C3-6070-375F-D3562B7D2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ANOVA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6E5F35-486D-2829-B9FA-3C65618EA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341" y="2243015"/>
            <a:ext cx="3821769" cy="3320082"/>
          </a:xfrm>
        </p:spPr>
        <p:txBody>
          <a:bodyPr/>
          <a:lstStyle/>
          <a:p>
            <a:r>
              <a:rPr lang="en-CA" dirty="0"/>
              <a:t>Based on the F-distribution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Similar to t-statistic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Statistic is the ratio of two Chi-</a:t>
            </a:r>
            <a:r>
              <a:rPr lang="en-CA" dirty="0" err="1"/>
              <a:t>squareds</a:t>
            </a:r>
            <a:endParaRPr lang="en-CA" dirty="0"/>
          </a:p>
          <a:p>
            <a:pPr algn="l"/>
            <a:r>
              <a:rPr lang="en-US" sz="1800" b="0" i="0" u="none" strike="noStrike" baseline="0" dirty="0">
                <a:latin typeface="HelveticaNeue"/>
              </a:rPr>
              <a:t>Null hypothesis: multiple means are </a:t>
            </a:r>
            <a:r>
              <a:rPr lang="en-US" sz="1800" b="1" i="0" u="none" strike="noStrike" baseline="0" dirty="0">
                <a:latin typeface="HelveticaNeue-Bold"/>
              </a:rPr>
              <a:t>all </a:t>
            </a:r>
            <a:r>
              <a:rPr lang="en-US" sz="1800" b="0" i="0" u="none" strike="noStrike" baseline="0" dirty="0">
                <a:latin typeface="HelveticaNeue"/>
              </a:rPr>
              <a:t>equal</a:t>
            </a:r>
          </a:p>
          <a:p>
            <a:pPr algn="l"/>
            <a:r>
              <a:rPr lang="en-US" sz="1800" b="0" i="0" u="none" strike="noStrike" baseline="0" dirty="0">
                <a:latin typeface="HelveticaNeue"/>
              </a:rPr>
              <a:t>Alternative: At least one group is different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343C43-0B3C-9A14-66E4-8C2BBBD62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4110" y="1942939"/>
            <a:ext cx="4665042" cy="33200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987633-8BE3-51B9-3898-18111D607817}"/>
              </a:ext>
            </a:extLst>
          </p:cNvPr>
          <p:cNvSpPr txBox="1"/>
          <p:nvPr/>
        </p:nvSpPr>
        <p:spPr>
          <a:xfrm>
            <a:off x="7306156" y="5263020"/>
            <a:ext cx="19923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HelveticaNeue"/>
              </a:rPr>
              <a:t>Credit: Wikipedia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7424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BF824-DBBC-CF0C-4577-3344C88B0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ANOVA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D4A474C-A228-17C2-D611-129C8F2401B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62341" y="2243015"/>
                <a:ext cx="7886700" cy="4007660"/>
              </a:xfrm>
            </p:spPr>
            <p:txBody>
              <a:bodyPr>
                <a:normAutofit/>
              </a:bodyPr>
              <a:lstStyle/>
              <a:p>
                <a:r>
                  <a:rPr lang="en-CA" dirty="0"/>
                  <a:t>How much variation is explained by our treatment condition?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𝑆𝑆𝑇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CA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bar>
                                    <m:barPr>
                                      <m:pos m:val="top"/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bar>
                                </m:e>
                              </m:d>
                            </m:e>
                            <m:sup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CA" b="0" dirty="0"/>
              </a:p>
              <a:p>
                <a:r>
                  <a:rPr lang="en-US" dirty="0"/>
                  <a:t>Total sum of squares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𝑆𝑆𝑇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𝑆𝑆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𝑇𝑟𝑒𝑎𝑡𝑚𝑒𝑛𝑡𝑠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𝑆𝑆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𝑅𝑒𝑠𝑖𝑑𝑢𝑎𝑙𝑠</m:t>
                          </m:r>
                        </m:e>
                      </m:d>
                    </m:oMath>
                  </m:oMathPara>
                </a14:m>
                <a:endParaRPr lang="en-CA" b="0" dirty="0"/>
              </a:p>
              <a:p>
                <a:endParaRPr lang="en-CA" b="0" dirty="0"/>
              </a:p>
              <a:p>
                <a:r>
                  <a:rPr lang="en-US" dirty="0"/>
                  <a:t>Take the ratio of the variance (mean sum of squares) between treatments over the variance within treatments</a:t>
                </a:r>
              </a:p>
              <a:p>
                <a:r>
                  <a:rPr lang="en-US" dirty="0"/>
                  <a:t>High variance between treatments will give a low p-value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D4A474C-A228-17C2-D611-129C8F2401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62341" y="2243015"/>
                <a:ext cx="7886700" cy="4007660"/>
              </a:xfrm>
              <a:blipFill>
                <a:blip r:embed="rId2"/>
                <a:stretch>
                  <a:fillRect l="-1159" t="-2131" r="-1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24114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6F726-0929-B595-7553-5DCC26287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Non-Parametric </a:t>
            </a:r>
            <a:r>
              <a:rPr lang="en-CA" dirty="0"/>
              <a:t>Test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39B0A-D574-AD8E-ABE6-20B69920C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Similar to what is done for enrichment analyses</a:t>
            </a:r>
          </a:p>
          <a:p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Avoids needing to make assumptions on distributions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Can be very </a:t>
            </a:r>
            <a:r>
              <a:rPr lang="en-CA" b="1" dirty="0"/>
              <a:t>slow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b="1" dirty="0"/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Shuffle labels in your data to generate estimates (random baseline)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See where your true observation lies on this baseline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  <a:p>
            <a:endParaRPr lang="en-CA" dirty="0"/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CB8D7D00-A61B-2C55-F136-4C9599665F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1533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BCC14-68F3-F3DA-4A58-275AEE872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Multiple Testing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6164D5-00EB-03F3-6584-5263738D39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May test multiple hypothesis (example, effect sizes in linear model)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If null distribution is true, expect a </a:t>
            </a:r>
            <a:r>
              <a:rPr lang="en-CA" b="1" dirty="0"/>
              <a:t>uniform distribution </a:t>
            </a:r>
            <a:r>
              <a:rPr lang="en-CA" dirty="0"/>
              <a:t>of p-values</a:t>
            </a:r>
          </a:p>
          <a:p>
            <a:pPr marL="799988" lvl="1" indent="-3429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tx1"/>
                </a:solidFill>
              </a:rPr>
              <a:t>5% of tests will give a significant result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Multiple test correction methods are used to address this</a:t>
            </a:r>
          </a:p>
          <a:p>
            <a:pPr marL="799988" lvl="1" indent="-342900">
              <a:buFont typeface="Arial" panose="020B0604020202020204" pitchFamily="34" charset="0"/>
              <a:buChar char="•"/>
            </a:pPr>
            <a:r>
              <a:rPr lang="en-CA" dirty="0" err="1">
                <a:solidFill>
                  <a:schemeClr val="tx1"/>
                </a:solidFill>
              </a:rPr>
              <a:t>Bonferonni</a:t>
            </a:r>
            <a:r>
              <a:rPr lang="en-CA" dirty="0">
                <a:solidFill>
                  <a:schemeClr val="tx1"/>
                </a:solidFill>
              </a:rPr>
              <a:t> Correction</a:t>
            </a:r>
          </a:p>
          <a:p>
            <a:pPr marL="799988" lvl="1" indent="-342900">
              <a:buFont typeface="Arial" panose="020B0604020202020204" pitchFamily="34" charset="0"/>
              <a:buChar char="•"/>
            </a:pPr>
            <a:r>
              <a:rPr lang="en-CA" b="1" dirty="0" err="1">
                <a:solidFill>
                  <a:schemeClr val="tx1"/>
                </a:solidFill>
              </a:rPr>
              <a:t>Benjamini</a:t>
            </a:r>
            <a:r>
              <a:rPr lang="en-CA" b="1" dirty="0">
                <a:solidFill>
                  <a:schemeClr val="tx1"/>
                </a:solidFill>
              </a:rPr>
              <a:t> &amp; Hochberg Correction</a:t>
            </a:r>
          </a:p>
          <a:p>
            <a:pPr marL="799988" lvl="1" indent="-3429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tx1"/>
                </a:solidFill>
              </a:rPr>
              <a:t>Found in results as </a:t>
            </a:r>
            <a:r>
              <a:rPr lang="en-CA" b="1" dirty="0">
                <a:solidFill>
                  <a:schemeClr val="tx1"/>
                </a:solidFill>
              </a:rPr>
              <a:t>FDR, p-adjusted, q-value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992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D397F-CE0B-EB20-A6D1-2EB5AF5A8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Confidence Intervals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5CB0082-C2BE-0282-EF44-77975DEDF22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28650" y="1643432"/>
                <a:ext cx="4134426" cy="4606723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CA" dirty="0"/>
                  <a:t>We may want to attribute a range to our estimate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CA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CA" dirty="0"/>
                  <a:t>Can be calculated with the </a:t>
                </a:r>
                <a:r>
                  <a:rPr lang="en-CA" b="1" dirty="0"/>
                  <a:t>margin of error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𝑍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CA" b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CA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CA" dirty="0"/>
                  <a:t>Where Z is the z-score that defines our confidence level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5CB0082-C2BE-0282-EF44-77975DEDF2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28650" y="1643432"/>
                <a:ext cx="4134426" cy="4606723"/>
              </a:xfrm>
              <a:blipFill>
                <a:blip r:embed="rId2"/>
                <a:stretch>
                  <a:fillRect l="-1917" t="-18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18" name="Picture 2">
            <a:extLst>
              <a:ext uri="{FF2B5EF4-FFF2-40B4-BE49-F238E27FC236}">
                <a16:creationId xmlns:a16="http://schemas.microsoft.com/office/drawing/2014/main" id="{6E410117-D63E-D18C-891D-0E74E617E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75" y="2243014"/>
            <a:ext cx="3790950" cy="3291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10561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8DD53-0E60-48D4-A0EE-A8930702E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PSA: Confidence Intervals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E63DE-6149-CC4F-C3C8-3C7CD4473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4332" y="2476984"/>
            <a:ext cx="4377668" cy="3426106"/>
          </a:xfrm>
        </p:spPr>
        <p:txBody>
          <a:bodyPr>
            <a:normAutofit fontScale="92500"/>
          </a:bodyPr>
          <a:lstStyle/>
          <a:p>
            <a:r>
              <a:rPr lang="en-CA" dirty="0"/>
              <a:t>A  95% CI </a:t>
            </a:r>
            <a:r>
              <a:rPr lang="en-CA" b="1" dirty="0"/>
              <a:t>DOES NOT mean </a:t>
            </a:r>
            <a:r>
              <a:rPr lang="en-CA" dirty="0"/>
              <a:t>there is a 95% chance the true value is in that range</a:t>
            </a:r>
          </a:p>
          <a:p>
            <a:endParaRPr lang="en-CA" dirty="0"/>
          </a:p>
          <a:p>
            <a:r>
              <a:rPr lang="en-CA" b="1" dirty="0"/>
              <a:t>For multiple experiments, 95% of CIs will overlap with the true value</a:t>
            </a:r>
          </a:p>
          <a:p>
            <a:endParaRPr lang="en-CA" sz="2000" b="1" dirty="0"/>
          </a:p>
          <a:p>
            <a:r>
              <a:rPr lang="en-CA" b="1" dirty="0"/>
              <a:t>Consider a Bayesian formulation instead (beyond scope)</a:t>
            </a:r>
            <a:endParaRPr lang="en-US" b="1"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4B9737DD-DF68-9500-CA63-977850AAC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643432"/>
            <a:ext cx="4470265" cy="4470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F16B3C-8FD9-EF69-6A29-E55F05E405EE}"/>
              </a:ext>
            </a:extLst>
          </p:cNvPr>
          <p:cNvSpPr txBox="1"/>
          <p:nvPr/>
        </p:nvSpPr>
        <p:spPr>
          <a:xfrm>
            <a:off x="7072132" y="1643432"/>
            <a:ext cx="868101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50% CI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530933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2DA2A-9D6F-FF0E-DAF1-BCB664008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655AA-ED94-1666-AB25-33ABBFCB3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58" y="2060294"/>
            <a:ext cx="3464708" cy="2336341"/>
          </a:xfrm>
        </p:spPr>
        <p:txBody>
          <a:bodyPr>
            <a:normAutofit/>
          </a:bodyPr>
          <a:lstStyle/>
          <a:p>
            <a:r>
              <a:rPr lang="en-US" sz="4800" b="1" dirty="0"/>
              <a:t>Study Design</a:t>
            </a:r>
            <a:endParaRPr lang="en-US" sz="4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F743BC-B495-F009-4752-62ABC211F8C3}"/>
              </a:ext>
            </a:extLst>
          </p:cNvPr>
          <p:cNvSpPr txBox="1"/>
          <p:nvPr/>
        </p:nvSpPr>
        <p:spPr>
          <a:xfrm>
            <a:off x="4226410" y="2231721"/>
            <a:ext cx="4146115" cy="1477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objectives: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Understand how simulations can be used to help with study design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How to determine the required sample size</a:t>
            </a:r>
          </a:p>
        </p:txBody>
      </p:sp>
    </p:spTree>
    <p:extLst>
      <p:ext uri="{BB962C8B-B14F-4D97-AF65-F5344CB8AC3E}">
        <p14:creationId xmlns:p14="http://schemas.microsoft.com/office/powerpoint/2010/main" val="18162119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F557C-EFA1-1171-7FC6-2EC01D383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Study Design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FF2A9-5CAA-481B-B4F1-BE0C276EB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Data collection can be expensive and time-consuming</a:t>
            </a:r>
          </a:p>
          <a:p>
            <a:pPr marL="0" indent="0">
              <a:buNone/>
            </a:pPr>
            <a:r>
              <a:rPr lang="en-CA" dirty="0"/>
              <a:t>Need to ensure that the collected data has enough </a:t>
            </a:r>
            <a:r>
              <a:rPr lang="en-CA" b="1" dirty="0"/>
              <a:t>power</a:t>
            </a:r>
            <a:r>
              <a:rPr lang="en-CA" dirty="0"/>
              <a:t> to avoid false negatives (type II error)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Can simulate data to help decide on the statistical test used and determine the appropriate </a:t>
            </a:r>
            <a:r>
              <a:rPr lang="en-CA" b="1" dirty="0"/>
              <a:t>sample size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3913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F08F8-DA6A-1D1D-86DA-0DEE48454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99670-5875-03F9-EC89-C9F5BA8CD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Determining sample size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4DA3A2-DA32-9FDD-9C8D-FA5C481B3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Statistical test results depend on multiple factors</a:t>
            </a:r>
          </a:p>
          <a:p>
            <a:pPr marL="799988" lvl="1" indent="-3429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tx1"/>
                </a:solidFill>
              </a:rPr>
              <a:t>Difference in Samples</a:t>
            </a:r>
          </a:p>
          <a:p>
            <a:pPr marL="799988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tx1"/>
                </a:solidFill>
              </a:rPr>
              <a:t>Sample Size</a:t>
            </a:r>
            <a:endParaRPr lang="en-CA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We want to make sure we have enough samples to avoid False Negatives (type II errors)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Can leverage the assumptions used for our statistical test to determine sample size</a:t>
            </a:r>
          </a:p>
        </p:txBody>
      </p:sp>
    </p:spTree>
    <p:extLst>
      <p:ext uri="{BB962C8B-B14F-4D97-AF65-F5344CB8AC3E}">
        <p14:creationId xmlns:p14="http://schemas.microsoft.com/office/powerpoint/2010/main" val="5077085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70D9F-9A9B-E397-08A8-AF1AD0502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8FF08-AE48-AD15-4576-E2ADE3291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495" y="556252"/>
            <a:ext cx="7953009" cy="1133479"/>
          </a:xfrm>
        </p:spPr>
        <p:txBody>
          <a:bodyPr>
            <a:normAutofit/>
          </a:bodyPr>
          <a:lstStyle/>
          <a:p>
            <a:r>
              <a:rPr lang="en-CA" dirty="0"/>
              <a:t>Confidence Intervals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E68B171-EE8F-C071-955F-69F5EFBC60E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62341" y="2243015"/>
                <a:ext cx="7886700" cy="3775648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CA" dirty="0"/>
                  <a:t>In practice you will want your CI to cover a small range to be informative.</a:t>
                </a:r>
              </a:p>
              <a:p>
                <a:r>
                  <a:rPr lang="en-CA" dirty="0"/>
                  <a:t>Can achieve this by solving for the </a:t>
                </a:r>
                <a:r>
                  <a:rPr lang="en-CA" b="1" dirty="0"/>
                  <a:t>margin of error E</a:t>
                </a:r>
                <a:endParaRPr lang="en-CA" dirty="0"/>
              </a:p>
              <a:p>
                <a:endParaRPr lang="en-CA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𝑍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CA" b="0" dirty="0"/>
              </a:p>
              <a:p>
                <a:endParaRPr lang="en-CA" b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num>
                                <m:den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Note that we may not have a value for </a:t>
                </a:r>
                <a:r>
                  <a:rPr lang="el-GR" dirty="0"/>
                  <a:t>σ</a:t>
                </a:r>
                <a:endParaRPr lang="en-CA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CA" dirty="0"/>
                  <a:t>Use estimate from past study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CA" dirty="0"/>
                  <a:t>Make an assumptive guess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CA" dirty="0"/>
                  <a:t>Run a small pilot study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E68B171-EE8F-C071-955F-69F5EFBC60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62341" y="2243015"/>
                <a:ext cx="7886700" cy="3775648"/>
              </a:xfrm>
              <a:blipFill>
                <a:blip r:embed="rId2"/>
                <a:stretch>
                  <a:fillRect l="-696" t="-27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86872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2EAE1-FCF3-1A41-99AF-53CBF43DC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09953"/>
            <a:ext cx="8515350" cy="1133479"/>
          </a:xfrm>
        </p:spPr>
        <p:txBody>
          <a:bodyPr>
            <a:normAutofit/>
          </a:bodyPr>
          <a:lstStyle/>
          <a:p>
            <a:r>
              <a:rPr lang="en-CA" dirty="0"/>
              <a:t>Sample Comparison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E7512E1-331D-8625-35ED-C480996CA32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f>
                                        <m:fPr>
                                          <m:ctrlP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num>
                                        <m:den>
                                          <m: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sub>
                                  </m:sSub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𝐸𝑆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CA" b="0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1" dirty="0">
                          <a:latin typeface="Cambria Math" panose="02040503050406030204" pitchFamily="18" charset="0"/>
                        </a:rPr>
                        <m:t>Effect Size (ES)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| </m:t>
                          </m:r>
                        </m:num>
                        <m:den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en-US" i="1" dirty="0">
                    <a:latin typeface="Cambria Math" panose="02040503050406030204" pitchFamily="18" charset="0"/>
                  </a:rPr>
                  <a:t>α </a:t>
                </a:r>
                <a:r>
                  <a:rPr lang="en-US" i="1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 </a:t>
                </a:r>
                <a:r>
                  <a:rPr lang="en-US" i="1" dirty="0">
                    <a:latin typeface="Cambria Math" panose="02040503050406030204" pitchFamily="18" charset="0"/>
                  </a:rPr>
                  <a:t>Significance Level</a:t>
                </a:r>
              </a:p>
              <a:p>
                <a:r>
                  <a:rPr lang="en-US" i="1" dirty="0">
                    <a:latin typeface="Cambria Math" panose="02040503050406030204" pitchFamily="18" charset="0"/>
                  </a:rPr>
                  <a:t>	Probability of rejecting null  when it is true</a:t>
                </a:r>
              </a:p>
              <a:p>
                <a:r>
                  <a:rPr lang="en-CA" i="1" dirty="0">
                    <a:latin typeface="Cambria Math" panose="02040503050406030204" pitchFamily="18" charset="0"/>
                  </a:rPr>
                  <a:t>1-</a:t>
                </a:r>
                <a:r>
                  <a:rPr lang="el-GR" i="1" dirty="0">
                    <a:latin typeface="Cambria Math" panose="02040503050406030204" pitchFamily="18" charset="0"/>
                  </a:rPr>
                  <a:t>β</a:t>
                </a:r>
                <a:r>
                  <a:rPr lang="en-CA" i="1" dirty="0">
                    <a:latin typeface="Cambria Math" panose="02040503050406030204" pitchFamily="18" charset="0"/>
                  </a:rPr>
                  <a:t> </a:t>
                </a:r>
                <a:r>
                  <a:rPr lang="en-US" i="1" dirty="0">
                    <a:latin typeface="Cambria Math" panose="02040503050406030204" pitchFamily="18" charset="0"/>
                    <a:sym typeface="Wingdings" panose="05000000000000000000" pitchFamily="2" charset="2"/>
                  </a:rPr>
                  <a:t> </a:t>
                </a:r>
                <a:r>
                  <a:rPr lang="en-US" i="1" dirty="0">
                    <a:latin typeface="Cambria Math" panose="02040503050406030204" pitchFamily="18" charset="0"/>
                  </a:rPr>
                  <a:t> Power</a:t>
                </a:r>
              </a:p>
              <a:p>
                <a:r>
                  <a:rPr lang="en-US" i="1" dirty="0">
                    <a:latin typeface="Cambria Math" panose="02040503050406030204" pitchFamily="18" charset="0"/>
                  </a:rPr>
                  <a:t>	Probability of  rejecting null when it is false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E7512E1-331D-8625-35ED-C480996CA3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005" t="-183" b="-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88012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31D98-6BBE-A159-A3C0-2E36C1EE1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48A3B-163E-4BC2-33B5-8E52B1D0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263" y="91181"/>
            <a:ext cx="7886700" cy="1325565"/>
          </a:xfrm>
        </p:spPr>
        <p:txBody>
          <a:bodyPr/>
          <a:lstStyle/>
          <a:p>
            <a:r>
              <a:rPr lang="en-US" sz="4400" dirty="0">
                <a:latin typeface="Helvetica"/>
                <a:cs typeface="Helvetica"/>
              </a:rPr>
              <a:t>To summarize</a:t>
            </a:r>
            <a:endParaRPr lang="en-US" sz="4400" dirty="0">
              <a:latin typeface="Helvetica" pitchFamily="2" charset="0"/>
              <a:cs typeface="Helvetic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B88F1-CC08-E82A-389D-4944ADCE6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699" y="1457222"/>
            <a:ext cx="7378018" cy="43513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27965" indent="-227965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CA" sz="1800" dirty="0">
                <a:latin typeface="Helvetica"/>
                <a:ea typeface="Calibri"/>
                <a:cs typeface="Helvetica"/>
              </a:rPr>
              <a:t>Basics for data manipulation &amp; cleaning</a:t>
            </a:r>
            <a:endParaRPr lang="en-CA" sz="1800" dirty="0">
              <a:latin typeface="Helvetica" pitchFamily="2" charset="0"/>
              <a:ea typeface="Calibri" panose="020F0502020204030204" pitchFamily="34" charset="0"/>
              <a:cs typeface="Helvetica"/>
            </a:endParaRPr>
          </a:p>
          <a:p>
            <a:pPr marL="227965" indent="-227965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CA" sz="1800" dirty="0">
                <a:latin typeface="Helvetica"/>
                <a:ea typeface="Calibri"/>
                <a:cs typeface="Helvetica"/>
              </a:rPr>
              <a:t>Explored basic linear modeling for regression &amp; classification</a:t>
            </a:r>
          </a:p>
          <a:p>
            <a:pPr marL="227965" indent="-227965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CA" sz="1800" dirty="0">
                <a:latin typeface="Helvetica"/>
                <a:ea typeface="Calibri"/>
                <a:cs typeface="Helvetica"/>
              </a:rPr>
              <a:t>Explored statistical testing and intuition behind study design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CA" sz="1800" dirty="0">
              <a:solidFill>
                <a:srgbClr val="FF0000"/>
              </a:solidFill>
              <a:latin typeface="Helvetica"/>
              <a:ea typeface="Calibri"/>
              <a:cs typeface="Helvetica"/>
            </a:endParaRPr>
          </a:p>
          <a:p>
            <a:pPr marL="0" lvl="0" indent="0">
              <a:lnSpc>
                <a:spcPct val="109000"/>
              </a:lnSpc>
              <a:spcAft>
                <a:spcPts val="1000"/>
              </a:spcAft>
              <a:buNone/>
            </a:pPr>
            <a:r>
              <a:rPr lang="en-CA" sz="1800" b="1" dirty="0">
                <a:latin typeface="Helvetica" pitchFamily="2" charset="0"/>
                <a:ea typeface="Arial" panose="020B0604020202020204" pitchFamily="34" charset="0"/>
              </a:rPr>
              <a:t>Now you are ready to:</a:t>
            </a:r>
          </a:p>
          <a:p>
            <a:pPr marL="227965" indent="-227965"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/>
                <a:ea typeface="Arial" panose="020B0604020202020204" pitchFamily="34" charset="0"/>
                <a:cs typeface="Helvetica"/>
              </a:rPr>
              <a:t>Use </a:t>
            </a:r>
            <a:r>
              <a:rPr lang="en-CA" sz="1800" dirty="0" err="1">
                <a:latin typeface="Helvetica"/>
                <a:ea typeface="Arial" panose="020B0604020202020204" pitchFamily="34" charset="0"/>
                <a:cs typeface="Helvetica"/>
              </a:rPr>
              <a:t>dplyr</a:t>
            </a:r>
            <a:r>
              <a:rPr lang="en-CA" sz="1800" dirty="0">
                <a:latin typeface="Helvetica"/>
                <a:ea typeface="Arial" panose="020B0604020202020204" pitchFamily="34" charset="0"/>
                <a:cs typeface="Helvetica"/>
              </a:rPr>
              <a:t> to facilitate reproducible data manipulation</a:t>
            </a:r>
            <a:endParaRPr lang="en-CA" sz="1800" dirty="0">
              <a:latin typeface="Helvetica" pitchFamily="2" charset="0"/>
              <a:ea typeface="Arial" panose="020B0604020202020204" pitchFamily="34" charset="0"/>
              <a:cs typeface="Helvetica"/>
            </a:endParaRPr>
          </a:p>
          <a:p>
            <a:pPr marL="227965" indent="-227965"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/>
                <a:ea typeface="Arial" panose="020B0604020202020204" pitchFamily="34" charset="0"/>
                <a:cs typeface="Helvetica"/>
              </a:rPr>
              <a:t>Apply and interpret linear model results</a:t>
            </a:r>
            <a:endParaRPr lang="en-CA" sz="1800" dirty="0">
              <a:latin typeface="Helvetica" pitchFamily="2" charset="0"/>
              <a:ea typeface="Arial" panose="020B0604020202020204" pitchFamily="34" charset="0"/>
              <a:cs typeface="Helvetica"/>
            </a:endParaRPr>
          </a:p>
          <a:p>
            <a:pPr marL="227965" indent="-227965"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/>
                <a:ea typeface="Arial" panose="020B0604020202020204" pitchFamily="34" charset="0"/>
                <a:cs typeface="Helvetica"/>
              </a:rPr>
              <a:t>Interpret confidence intervals and p-values</a:t>
            </a:r>
          </a:p>
          <a:p>
            <a:pPr marL="227965" indent="-227965"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/>
                <a:ea typeface="Arial" panose="020B0604020202020204" pitchFamily="34" charset="0"/>
                <a:cs typeface="Helvetica"/>
              </a:rPr>
              <a:t>Explore more complex models and tests!</a:t>
            </a:r>
            <a:endParaRPr lang="en-CA" sz="1800" dirty="0">
              <a:latin typeface="Helvetica" pitchFamily="2" charset="0"/>
              <a:ea typeface="Arial" panose="020B0604020202020204" pitchFamily="34" charset="0"/>
              <a:cs typeface="Helvetica"/>
            </a:endParaRPr>
          </a:p>
          <a:p>
            <a:pPr marL="0" indent="0">
              <a:lnSpc>
                <a:spcPct val="109000"/>
              </a:lnSpc>
              <a:spcAft>
                <a:spcPts val="1000"/>
              </a:spcAft>
              <a:buNone/>
            </a:pPr>
            <a:endParaRPr lang="en-CA" sz="1800" dirty="0">
              <a:latin typeface="Helvetica" pitchFamily="2" charset="0"/>
              <a:ea typeface="Arial" panose="020B0604020202020204" pitchFamily="34" charset="0"/>
              <a:cs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044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59176-9632-7A2E-FE75-9CCBC9F16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Future Statistics Workshops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01006-E706-C15F-25BB-79E16AA2F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Dimension Reduction</a:t>
            </a:r>
          </a:p>
          <a:p>
            <a:r>
              <a:rPr lang="en-CA" b="1" dirty="0"/>
              <a:t>Bayesian Inference</a:t>
            </a:r>
          </a:p>
          <a:p>
            <a:r>
              <a:rPr lang="en-CA" dirty="0"/>
              <a:t>Time-series Analysis</a:t>
            </a:r>
          </a:p>
          <a:p>
            <a:r>
              <a:rPr lang="en-CA" dirty="0"/>
              <a:t>And more…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2147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CDE7B-F6E0-3F35-CA16-9CBD538BD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Helvetica" pitchFamily="2" charset="0"/>
              </a:rPr>
              <a:t>Thank you for attending!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5CD7EF-C880-CBCD-398D-7E3BB5D5062C}"/>
              </a:ext>
            </a:extLst>
          </p:cNvPr>
          <p:cNvSpPr txBox="1"/>
          <p:nvPr/>
        </p:nvSpPr>
        <p:spPr>
          <a:xfrm>
            <a:off x="1032276" y="5376384"/>
            <a:ext cx="70794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525" lvl="1" algn="ctr"/>
            <a:r>
              <a:rPr lang="en-CA" sz="1600" dirty="0">
                <a:latin typeface="Helvetica" pitchFamily="2" charset="0"/>
              </a:rPr>
              <a:t>Scan the QR code to confirm you attended today’s workshop.</a:t>
            </a:r>
            <a:br>
              <a:rPr lang="en-CA" sz="1600" dirty="0">
                <a:latin typeface="Helvetica" pitchFamily="2" charset="0"/>
              </a:rPr>
            </a:br>
            <a:r>
              <a:rPr lang="en-CA" sz="1600" dirty="0">
                <a:latin typeface="Helvetica" pitchFamily="2" charset="0"/>
              </a:rPr>
              <a:t>Fill out the survey to help us improve our offerings!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AEF5A8-7AA4-268A-E5D2-189F8128B7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150" t="35102" r="24149" b="13078"/>
          <a:stretch>
            <a:fillRect/>
          </a:stretch>
        </p:blipFill>
        <p:spPr>
          <a:xfrm>
            <a:off x="2701329" y="1553988"/>
            <a:ext cx="3741341" cy="375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680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4770</TotalTime>
  <Words>1523</Words>
  <Application>Microsoft Macintosh PowerPoint</Application>
  <PresentationFormat>On-screen Show (4:3)</PresentationFormat>
  <Paragraphs>254</Paragraphs>
  <Slides>40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3" baseType="lpstr">
      <vt:lpstr>Aptos</vt:lpstr>
      <vt:lpstr>Arial</vt:lpstr>
      <vt:lpstr>Calibri</vt:lpstr>
      <vt:lpstr>Calibri Light</vt:lpstr>
      <vt:lpstr>Cambria Math</vt:lpstr>
      <vt:lpstr>Helvetica</vt:lpstr>
      <vt:lpstr>Helvetica Light</vt:lpstr>
      <vt:lpstr>HelveticaNeue</vt:lpstr>
      <vt:lpstr>HelveticaNeue-Bold</vt:lpstr>
      <vt:lpstr>HelveticaNeue-Italic</vt:lpstr>
      <vt:lpstr>Open Sans Light</vt:lpstr>
      <vt:lpstr>Wingdings</vt:lpstr>
      <vt:lpstr>Thème Office</vt:lpstr>
      <vt:lpstr>Workshop materials https://github.com/QLS-MiCM/StatsInR  use ‘git clone’ command OR </vt:lpstr>
      <vt:lpstr>Statistical Analysis in R</vt:lpstr>
      <vt:lpstr>PowerPoint Presentation</vt:lpstr>
      <vt:lpstr>PowerPoint Presentation</vt:lpstr>
      <vt:lpstr>Outline</vt:lpstr>
      <vt:lpstr>Data Wrangling</vt:lpstr>
      <vt:lpstr>Split-Apply-Combine problem</vt:lpstr>
      <vt:lpstr>Select</vt:lpstr>
      <vt:lpstr>Group by</vt:lpstr>
      <vt:lpstr>Summarize</vt:lpstr>
      <vt:lpstr>Managing Missing Data</vt:lpstr>
      <vt:lpstr>Linear Regression</vt:lpstr>
      <vt:lpstr>The Classic Normal Linear Model</vt:lpstr>
      <vt:lpstr>Model Assumptions</vt:lpstr>
      <vt:lpstr>Model Fitting</vt:lpstr>
      <vt:lpstr>Extensions</vt:lpstr>
      <vt:lpstr>Logistic Regression</vt:lpstr>
      <vt:lpstr>PowerPoint Presentation</vt:lpstr>
      <vt:lpstr>Logistic Regression (Generalized Linear Model)</vt:lpstr>
      <vt:lpstr>More than two categories</vt:lpstr>
      <vt:lpstr>Statistical Testing</vt:lpstr>
      <vt:lpstr>Hypothesis Tests</vt:lpstr>
      <vt:lpstr>Hypothesis Formulation</vt:lpstr>
      <vt:lpstr>Understanding Significance</vt:lpstr>
      <vt:lpstr>Z-score Test</vt:lpstr>
      <vt:lpstr>t-test</vt:lpstr>
      <vt:lpstr>ANOVA</vt:lpstr>
      <vt:lpstr>ANOVA</vt:lpstr>
      <vt:lpstr>Non-Parametric Test</vt:lpstr>
      <vt:lpstr>Multiple Testing</vt:lpstr>
      <vt:lpstr>Confidence Intervals</vt:lpstr>
      <vt:lpstr>PSA: Confidence Intervals</vt:lpstr>
      <vt:lpstr>Study Design</vt:lpstr>
      <vt:lpstr>Study Design</vt:lpstr>
      <vt:lpstr>Determining sample size</vt:lpstr>
      <vt:lpstr>Confidence Intervals</vt:lpstr>
      <vt:lpstr>Sample Comparison</vt:lpstr>
      <vt:lpstr>To summarize</vt:lpstr>
      <vt:lpstr>Future Statistics Workshops</vt:lpstr>
      <vt:lpstr>Thank you for attending!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Rachade Hmamouchi</dc:creator>
  <cp:lastModifiedBy>Sameena Karsan</cp:lastModifiedBy>
  <cp:revision>159</cp:revision>
  <dcterms:created xsi:type="dcterms:W3CDTF">2019-07-29T14:54:16Z</dcterms:created>
  <dcterms:modified xsi:type="dcterms:W3CDTF">2026-10-16T16:19:46Z</dcterms:modified>
</cp:coreProperties>
</file>